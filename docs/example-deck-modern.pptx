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141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6E8D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8CC3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6E8D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8CC3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6E8D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A8CC3A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D6E6A0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41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5D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A8CC3A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D6E6A0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41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5D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A8C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414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D6E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41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Uw2QYs/logo_trimm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680960" y="2743200"/>
            <a:ext cx="6035040" cy="6987624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Uw2QYs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38" y="452628"/>
            <a:ext cx="544924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69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315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85800" y="31546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73152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31520" y="6016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Lin @Maya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5200" y="6016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9,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3392424" cy="82296"/>
          </a:xfrm>
          <a:prstGeom prst="rect">
            <a:avLst/>
          </a:prstGeom>
          <a:solidFill>
            <a:srgbClr val="A8CC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918972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91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Account Verified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approved our company account; the app is now in TestFlight.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98264" y="187452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8264" y="1874520"/>
            <a:ext cx="3392424" cy="82296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4672584" y="356616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35661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2584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 Phases Complete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72584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 and clinic dashboard are being built in parallel.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56448" y="187452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56448" y="1874520"/>
            <a:ext cx="3392424" cy="82296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30768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2</a:t>
            </a:r>
            <a:endParaRPr lang="en-US" sz="5400" dirty="0"/>
          </a:p>
        </p:txBody>
      </p:sp>
      <p:sp>
        <p:nvSpPr>
          <p:cNvPr id="24" name="Shape 22"/>
          <p:cNvSpPr/>
          <p:nvPr/>
        </p:nvSpPr>
        <p:spPr>
          <a:xfrm>
            <a:off x="8430768" y="356616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25" name="Text 23"/>
          <p:cNvSpPr/>
          <p:nvPr/>
        </p:nvSpPr>
        <p:spPr>
          <a:xfrm>
            <a:off x="8430768" y="35661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30768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 Complete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to the new system finished; usage tracking is being rolled out.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141412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update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is needed this week: can patients turn off SMS reminders and keep email only? (see Decisions Needed)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App Store Release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A8C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A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3" name="Text 11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8" name="Text 16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23" name="Text 21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Progress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2424" cy="2971800"/>
          </a:xfrm>
          <a:prstGeom prst="roundRect">
            <a:avLst>
              <a:gd name="adj" fmla="val 246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8264" y="1783080"/>
            <a:ext cx="3392424" cy="2971800"/>
          </a:xfrm>
          <a:prstGeom prst="roundRect">
            <a:avLst>
              <a:gd name="adj" fmla="val 246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10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56448" y="1783080"/>
            <a:ext cx="3392424" cy="2971800"/>
          </a:xfrm>
          <a:prstGeom prst="roundRect">
            <a:avLst>
              <a:gd name="adj" fmla="val 246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15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 11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983480"/>
            <a:ext cx="339242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A8CC3A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398264" y="4983480"/>
            <a:ext cx="339242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25" name="Text 20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156448" y="4983480"/>
            <a:ext cx="339242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6E8DF"/>
          </a:solidFill>
          <a:ln/>
        </p:spPr>
      </p:sp>
      <p:sp>
        <p:nvSpPr>
          <p:cNvPr id="29" name="Text 24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0" name="Text 25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Phase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4434840"/>
          </a:xfrm>
          <a:prstGeom prst="roundRect">
            <a:avLst>
              <a:gd name="adj" fmla="val 1649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271516" cy="4434840"/>
          </a:xfrm>
          <a:prstGeom prst="roundRect">
            <a:avLst>
              <a:gd name="adj" fmla="val 1649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Patient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3694938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1074420" cy="292608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1074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A8C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67784" y="1783080"/>
            <a:ext cx="3453384" cy="3694938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6384" y="1965960"/>
            <a:ext cx="918972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96384" y="1965960"/>
            <a:ext cx="91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95488" y="1783080"/>
            <a:ext cx="3453384" cy="3694938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24088" y="1965960"/>
            <a:ext cx="1074420" cy="292608"/>
          </a:xfrm>
          <a:prstGeom prst="roundRect">
            <a:avLst>
              <a:gd name="adj" fmla="val 50000"/>
            </a:avLst>
          </a:prstGeom>
          <a:solidFill>
            <a:srgbClr val="E6E8DF"/>
          </a:solidFill>
          <a:ln/>
        </p:spPr>
      </p:sp>
      <p:sp>
        <p:nvSpPr>
          <p:cNvPr id="38" name="Text 36"/>
          <p:cNvSpPr/>
          <p:nvPr/>
        </p:nvSpPr>
        <p:spPr>
          <a:xfrm>
            <a:off x="8324088" y="1965960"/>
            <a:ext cx="1074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Code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14141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A8C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1783080"/>
            <a:ext cx="7571232" cy="4434840"/>
          </a:xfrm>
          <a:prstGeom prst="roundRect">
            <a:avLst>
              <a:gd name="adj" fmla="val 1649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A8CC3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304288"/>
            <a:ext cx="5861304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479024" y="206654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9024" y="206654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3544824"/>
            <a:ext cx="5084064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701784" y="3307080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23" name="Text 21"/>
          <p:cNvSpPr/>
          <p:nvPr/>
        </p:nvSpPr>
        <p:spPr>
          <a:xfrm>
            <a:off x="9701784" y="330708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A8CC3A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4785360"/>
            <a:ext cx="5861304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479024" y="454761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9024" y="454761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2377440"/>
          </a:xfrm>
          <a:prstGeom prst="roundRect">
            <a:avLst>
              <a:gd name="adj" fmla="val 3077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271516" cy="82296"/>
          </a:xfrm>
          <a:prstGeom prst="rect">
            <a:avLst/>
          </a:prstGeom>
          <a:solidFill>
            <a:srgbClr val="E0A3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&amp; Risks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532888"/>
            <a:ext cx="329184" cy="329184"/>
          </a:xfrm>
          <a:prstGeom prst="ellipse">
            <a:avLst/>
          </a:prstGeom>
          <a:solidFill>
            <a:srgbClr val="E0A3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release waiting on one fix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reminders must be prevented before release. Fix is small and already tested.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Nina Rao @Nina · Expected: next week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1783080"/>
            <a:ext cx="5271516" cy="2377440"/>
          </a:xfrm>
          <a:prstGeom prst="roundRect">
            <a:avLst>
              <a:gd name="adj" fmla="val 3077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7356" y="1783080"/>
            <a:ext cx="5271516" cy="82296"/>
          </a:xfrm>
          <a:prstGeom prst="rect">
            <a:avLst/>
          </a:prstGeom>
          <a:solidFill>
            <a:srgbClr val="141412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51676" y="2532888"/>
            <a:ext cx="329184" cy="329184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516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08876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patients turn off SMS reminders and keep email only?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every patient with a phone number receives SMS reminders; some clinics report complaints.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allow opt-out · clinic decides per patient · keep as today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Task Tracker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4434840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6E8D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D6E6A0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6E8DF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67784" y="1783080"/>
            <a:ext cx="3453384" cy="4434840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6E8DF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35" name="Text 33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39" name="Text 37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41" name="Text 39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D6E6A0"/>
          </a:solidFill>
          <a:ln/>
        </p:spPr>
      </p:sp>
      <p:sp>
        <p:nvSpPr>
          <p:cNvPr id="43" name="Text 41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6E8DF"/>
          </a:solidFill>
          <a:ln/>
        </p:spPr>
      </p:sp>
      <p:sp>
        <p:nvSpPr>
          <p:cNvPr id="45" name="Text 43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95488" y="1783080"/>
            <a:ext cx="3453384" cy="4434840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48" name="Text 46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6E8DF"/>
          </a:solidFill>
          <a:ln/>
        </p:spPr>
      </p:sp>
      <p:sp>
        <p:nvSpPr>
          <p:cNvPr id="55" name="Shape 53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56" name="Text 54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60" name="Text 58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62" name="Text 60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D6E6A0"/>
          </a:solidFill>
          <a:ln/>
        </p:spPr>
      </p:sp>
      <p:sp>
        <p:nvSpPr>
          <p:cNvPr id="64" name="Text 62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66" name="Text 64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Activity · GitHub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680960" cy="4434840"/>
          </a:xfrm>
          <a:prstGeom prst="roundRect">
            <a:avLst>
              <a:gd name="adj" fmla="val 1649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641080" y="1783080"/>
            <a:ext cx="2907792" cy="1356360"/>
          </a:xfrm>
          <a:prstGeom prst="roundRect">
            <a:avLst>
              <a:gd name="adj" fmla="val 5393"/>
            </a:avLst>
          </a:prstGeom>
          <a:solidFill>
            <a:srgbClr val="141412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0" y="189280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A8C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41080" y="3322320"/>
            <a:ext cx="2907792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343204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4861560"/>
            <a:ext cx="2907792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497128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Week's Plan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496519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/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ClinicBook · Patient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 Park @Leo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the booking calendar, then start payments and receipts.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·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A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ClinicBook · Clinic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Nina Rao @Nina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the duplicate-reminder fix and release reminders; start reports and exports.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·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A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PulseBoard · Usage Tracking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Maya Lin @Maya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adding usage tracking to the web app, then open the first dashboard to managers.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A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Release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Maya Lin @Maya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 the first 20 clinic staff to TestFlight.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Uw2QYs/logo_trimm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680960" y="2743200"/>
            <a:ext cx="6035040" cy="6987624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Uw2QYs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38" y="452628"/>
            <a:ext cx="544924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69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26517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640080" y="37033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3152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31520" y="6016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5200" y="6016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9,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2026-10-15T14:34:31Z</dcterms:created>
  <dcterms:modified xsi:type="dcterms:W3CDTF">2026-10-15T14:34:31Z</dcterms:modified>
</cp:coreProperties>
</file>