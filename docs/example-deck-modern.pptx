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1412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65</c:v>
                </c:pt>
                <c:pt idx="1">
                  <c:v>35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8CC3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Clinic Dashboard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8CC3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414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A8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WqaFdu/logo_trimm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680960" y="2743200"/>
            <a:ext cx="6035040" cy="6987624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WqaFdu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38" y="452628"/>
            <a:ext cx="544924" cy="63093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0698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73152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85800" y="315468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73152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 @Maya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31520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9,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3392424" cy="82296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918972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566160"/>
            <a:ext cx="918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Account Verified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98264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98264" y="1874520"/>
            <a:ext cx="3392424" cy="82296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14" name="Text 12"/>
          <p:cNvSpPr/>
          <p:nvPr/>
        </p:nvSpPr>
        <p:spPr>
          <a:xfrm>
            <a:off x="4672584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72584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5400" dirty="0"/>
          </a:p>
        </p:txBody>
      </p:sp>
      <p:sp>
        <p:nvSpPr>
          <p:cNvPr id="16" name="Shape 14"/>
          <p:cNvSpPr/>
          <p:nvPr/>
        </p:nvSpPr>
        <p:spPr>
          <a:xfrm>
            <a:off x="4672584" y="3566160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356616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72584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8 Phases Complete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72584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6448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56448" y="1874520"/>
            <a:ext cx="3392424" cy="82296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2" name="Text 20"/>
          <p:cNvSpPr/>
          <p:nvPr/>
        </p:nvSpPr>
        <p:spPr>
          <a:xfrm>
            <a:off x="8430768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30768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2</a:t>
            </a:r>
            <a:endParaRPr lang="en-US" sz="5400" dirty="0"/>
          </a:p>
        </p:txBody>
      </p:sp>
      <p:sp>
        <p:nvSpPr>
          <p:cNvPr id="24" name="Shape 22"/>
          <p:cNvSpPr/>
          <p:nvPr/>
        </p:nvSpPr>
        <p:spPr>
          <a:xfrm>
            <a:off x="8430768" y="3566160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25" name="Text 23"/>
          <p:cNvSpPr/>
          <p:nvPr/>
        </p:nvSpPr>
        <p:spPr>
          <a:xfrm>
            <a:off x="8430768" y="356616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30768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Workstreams Complete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30768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532120"/>
            <a:ext cx="10908792" cy="640080"/>
          </a:xfrm>
          <a:prstGeom prst="roundRect">
            <a:avLst>
              <a:gd name="adj" fmla="val 11429"/>
            </a:avLst>
          </a:prstGeom>
          <a:solidFill>
            <a:srgbClr val="141412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update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· App Store Release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45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35099" y="3017520"/>
            <a:ext cx="8321497" cy="0"/>
          </a:xfrm>
          <a:prstGeom prst="line">
            <a:avLst/>
          </a:prstGeom>
          <a:noFill/>
          <a:ln w="38100">
            <a:solidFill>
              <a:srgbClr val="A8CC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79067" y="276148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0A3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9067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52899" y="2761488"/>
            <a:ext cx="512064" cy="51206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3" name="Text 11"/>
          <p:cNvSpPr/>
          <p:nvPr/>
        </p:nvSpPr>
        <p:spPr>
          <a:xfrm>
            <a:off x="4452899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13912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13912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Received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05352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26732" y="2761488"/>
            <a:ext cx="512064" cy="51206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7226732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187745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87745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79185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927412" y="2688336"/>
            <a:ext cx="658368" cy="658368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7412" y="26883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961577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961577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TestFlight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053017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build available to internal testers.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486400"/>
            <a:ext cx="10908792" cy="777240"/>
          </a:xfrm>
          <a:prstGeom prst="roundRect">
            <a:avLst>
              <a:gd name="adj" fmla="val 941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Impact:  </a:t>
            </a:r>
            <a:pPr indent="0" marL="0">
              <a:buNone/>
            </a:pPr>
            <a:r>
              <a:rPr lang="en-US" sz="13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published under the company's own verified account, ready for beta testers.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Progress 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1376172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376172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22960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 + Clinic dashboard · 8 phases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98264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10" name="Chart 1" descr=""/>
          <p:cNvGraphicFramePr/>
          <p:nvPr/>
        </p:nvGraphicFramePr>
        <p:xfrm>
          <a:off x="5134356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5134356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4581144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81144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Leo Park @Leo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56448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15" name="Chart 2" descr=""/>
          <p:cNvGraphicFramePr/>
          <p:nvPr/>
        </p:nvGraphicFramePr>
        <p:xfrm>
          <a:off x="8892540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 11"/>
          <p:cNvSpPr/>
          <p:nvPr/>
        </p:nvSpPr>
        <p:spPr>
          <a:xfrm>
            <a:off x="8892540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2400" dirty="0"/>
          </a:p>
        </p:txBody>
      </p:sp>
      <p:sp>
        <p:nvSpPr>
          <p:cNvPr id="17" name="Text 12"/>
          <p:cNvSpPr/>
          <p:nvPr/>
        </p:nvSpPr>
        <p:spPr>
          <a:xfrm>
            <a:off x="8339328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39328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Nina Rao @Nina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4983480"/>
            <a:ext cx="91440" cy="868680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21" name="Text 16"/>
          <p:cNvSpPr/>
          <p:nvPr/>
        </p:nvSpPr>
        <p:spPr>
          <a:xfrm>
            <a:off x="914400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/>
          <p:nvPr/>
        </p:nvSpPr>
        <p:spPr>
          <a:xfrm>
            <a:off x="1645920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Completed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398264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398264" y="4983480"/>
            <a:ext cx="91440" cy="86868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5" name="Text 20"/>
          <p:cNvSpPr/>
          <p:nvPr/>
        </p:nvSpPr>
        <p:spPr>
          <a:xfrm>
            <a:off x="4672584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26" name="Text 21"/>
          <p:cNvSpPr/>
          <p:nvPr/>
        </p:nvSpPr>
        <p:spPr>
          <a:xfrm>
            <a:off x="5404104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In Progress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8156448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156448" y="4983480"/>
            <a:ext cx="91440" cy="868680"/>
          </a:xfrm>
          <a:prstGeom prst="rect">
            <a:avLst/>
          </a:prstGeom>
          <a:solidFill>
            <a:srgbClr val="E6E8DF"/>
          </a:solidFill>
          <a:ln/>
        </p:spPr>
      </p:sp>
      <p:sp>
        <p:nvSpPr>
          <p:cNvPr id="29" name="Text 24"/>
          <p:cNvSpPr/>
          <p:nvPr/>
        </p:nvSpPr>
        <p:spPr>
          <a:xfrm>
            <a:off x="8430768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30" name="Text 25"/>
          <p:cNvSpPr/>
          <p:nvPr/>
        </p:nvSpPr>
        <p:spPr>
          <a:xfrm>
            <a:off x="9162288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Not Started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Phase Breakdown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71516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8396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Leo Park @Leo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77240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783080"/>
            <a:ext cx="5271516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51676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805672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Nina Rao @Nina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414516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6551676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ClinicBook: What Was Done on Each Task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53384" cy="416052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65960"/>
            <a:ext cx="1074420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10744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A8CC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67784" y="1783080"/>
            <a:ext cx="3453384" cy="416052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6384" y="1965960"/>
            <a:ext cx="918972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23" name="Text 21"/>
          <p:cNvSpPr/>
          <p:nvPr/>
        </p:nvSpPr>
        <p:spPr>
          <a:xfrm>
            <a:off x="4596384" y="1965960"/>
            <a:ext cx="918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29" name="Text 27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31" name="Text 29"/>
          <p:cNvSpPr/>
          <p:nvPr/>
        </p:nvSpPr>
        <p:spPr>
          <a:xfrm>
            <a:off x="4843272" y="4536186"/>
            <a:ext cx="274929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96384" y="4981194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33" name="Text 31"/>
          <p:cNvSpPr/>
          <p:nvPr/>
        </p:nvSpPr>
        <p:spPr>
          <a:xfrm>
            <a:off x="4843272" y="492633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96384" y="520369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35" name="Text 33"/>
          <p:cNvSpPr/>
          <p:nvPr/>
        </p:nvSpPr>
        <p:spPr>
          <a:xfrm>
            <a:off x="4843272" y="514883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095488" y="1783080"/>
            <a:ext cx="3453384" cy="416052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324088" y="1965960"/>
            <a:ext cx="1074420" cy="292608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38" name="Text 36"/>
          <p:cNvSpPr/>
          <p:nvPr/>
        </p:nvSpPr>
        <p:spPr>
          <a:xfrm>
            <a:off x="8324088" y="1965960"/>
            <a:ext cx="10744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24088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24088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24088" y="4130421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570976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24088" y="4352925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70976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24088" y="4575429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70976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· Code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017520" cy="4434840"/>
          </a:xfrm>
          <a:prstGeom prst="roundRect">
            <a:avLst>
              <a:gd name="adj" fmla="val 2424"/>
            </a:avLst>
          </a:prstGeom>
          <a:solidFill>
            <a:srgbClr val="14141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01168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A8C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80720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reviewed this week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331927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33756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14400" y="413308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release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464515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66344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14400" y="545896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 (100%)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77640" y="1783080"/>
            <a:ext cx="7571232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06240" y="2084832"/>
            <a:ext cx="64008" cy="984504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2048256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2304288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479024" y="2066544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10479024" y="2066544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3325368"/>
            <a:ext cx="64008" cy="984504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0" y="3288792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0" y="3544824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701784" y="3307080"/>
            <a:ext cx="161848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23" name="Text 21"/>
          <p:cNvSpPr/>
          <p:nvPr/>
        </p:nvSpPr>
        <p:spPr>
          <a:xfrm>
            <a:off x="9701784" y="3307080"/>
            <a:ext cx="161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06240" y="4565904"/>
            <a:ext cx="64008" cy="984504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0" y="4529328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9120" y="4785360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479024" y="454761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28" name="Text 26"/>
          <p:cNvSpPr/>
          <p:nvPr/>
        </p:nvSpPr>
        <p:spPr>
          <a:xfrm>
            <a:off x="10479024" y="454761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389120" y="5760720"/>
            <a:ext cx="6931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71516" cy="2377440"/>
          </a:xfrm>
          <a:prstGeom prst="roundRect">
            <a:avLst>
              <a:gd name="adj" fmla="val 3077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5271516" cy="82296"/>
          </a:xfrm>
          <a:prstGeom prst="rect">
            <a:avLst/>
          </a:prstGeom>
          <a:solidFill>
            <a:srgbClr val="E0A33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 &amp; Risks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532888"/>
            <a:ext cx="329184" cy="329184"/>
          </a:xfrm>
          <a:prstGeom prst="ellipse">
            <a:avLst/>
          </a:prstGeom>
          <a:solidFill>
            <a:srgbClr val="E0A33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release waiting on one fix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reminders must be prevented before release. Fix is small and already tested.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Nina Rao @Nina · Expected: next week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77356" y="1783080"/>
            <a:ext cx="5271516" cy="2377440"/>
          </a:xfrm>
          <a:prstGeom prst="roundRect">
            <a:avLst>
              <a:gd name="adj" fmla="val 3077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77356" y="1783080"/>
            <a:ext cx="5271516" cy="82296"/>
          </a:xfrm>
          <a:prstGeom prst="rect">
            <a:avLst/>
          </a:prstGeom>
          <a:solidFill>
            <a:srgbClr val="141412"/>
          </a:solidFill>
          <a:ln/>
        </p:spPr>
      </p:sp>
      <p:sp>
        <p:nvSpPr>
          <p:cNvPr id="12" name="Text 10"/>
          <p:cNvSpPr/>
          <p:nvPr/>
        </p:nvSpPr>
        <p:spPr>
          <a:xfrm>
            <a:off x="6551676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51676" y="2532888"/>
            <a:ext cx="329184" cy="32918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4" name="Text 12"/>
          <p:cNvSpPr/>
          <p:nvPr/>
        </p:nvSpPr>
        <p:spPr>
          <a:xfrm>
            <a:off x="655167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08876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patients turn off SMS reminders and keep email only?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patient with a phone number receives SMS reminders; some clinics report complaints.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Options: allow opt-out · clinic decides per patient · keep as today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Task Tracker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89888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5856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715768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32688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13" name="Shape 11"/>
          <p:cNvSpPr/>
          <p:nvPr/>
        </p:nvSpPr>
        <p:spPr>
          <a:xfrm>
            <a:off x="932688" y="3200400"/>
            <a:ext cx="1441094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14" name="Text 12"/>
          <p:cNvSpPr/>
          <p:nvPr/>
        </p:nvSpPr>
        <p:spPr>
          <a:xfrm>
            <a:off x="3334512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2688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1152144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32688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20" name="Text 18"/>
          <p:cNvSpPr/>
          <p:nvPr/>
        </p:nvSpPr>
        <p:spPr>
          <a:xfrm>
            <a:off x="1152144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152144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" y="5641848"/>
            <a:ext cx="118872" cy="118872"/>
          </a:xfrm>
          <a:prstGeom prst="ellipse">
            <a:avLst/>
          </a:prstGeom>
          <a:solidFill>
            <a:srgbClr val="E6E8DF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144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67784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7784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7" name="Text 25"/>
          <p:cNvSpPr/>
          <p:nvPr/>
        </p:nvSpPr>
        <p:spPr>
          <a:xfrm>
            <a:off x="4660392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60392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6039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5117592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8627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443472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0392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34" name="Shape 32"/>
          <p:cNvSpPr/>
          <p:nvPr/>
        </p:nvSpPr>
        <p:spPr>
          <a:xfrm>
            <a:off x="4660392" y="3200400"/>
            <a:ext cx="1681277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35" name="Text 33"/>
          <p:cNvSpPr/>
          <p:nvPr/>
        </p:nvSpPr>
        <p:spPr>
          <a:xfrm>
            <a:off x="7062216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660392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0392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60392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39" name="Text 37"/>
          <p:cNvSpPr/>
          <p:nvPr/>
        </p:nvSpPr>
        <p:spPr>
          <a:xfrm>
            <a:off x="4879848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60392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41" name="Text 39"/>
          <p:cNvSpPr/>
          <p:nvPr/>
        </p:nvSpPr>
        <p:spPr>
          <a:xfrm>
            <a:off x="4879848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60392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43" name="Text 41"/>
          <p:cNvSpPr/>
          <p:nvPr/>
        </p:nvSpPr>
        <p:spPr>
          <a:xfrm>
            <a:off x="4879848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0392" y="5641848"/>
            <a:ext cx="118872" cy="118872"/>
          </a:xfrm>
          <a:prstGeom prst="ellipse">
            <a:avLst/>
          </a:prstGeom>
          <a:solidFill>
            <a:srgbClr val="E6E8DF"/>
          </a:solidFill>
          <a:ln/>
        </p:spPr>
      </p:sp>
      <p:sp>
        <p:nvSpPr>
          <p:cNvPr id="45" name="Text 43"/>
          <p:cNvSpPr/>
          <p:nvPr/>
        </p:nvSpPr>
        <p:spPr>
          <a:xfrm>
            <a:off x="4879848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095488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095488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48" name="Text 46"/>
          <p:cNvSpPr/>
          <p:nvPr/>
        </p:nvSpPr>
        <p:spPr>
          <a:xfrm>
            <a:off x="8388096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388096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38809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8845296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71397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10171176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88096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55" name="Shape 53"/>
          <p:cNvSpPr/>
          <p:nvPr/>
        </p:nvSpPr>
        <p:spPr>
          <a:xfrm>
            <a:off x="8388096" y="3200400"/>
            <a:ext cx="1801368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56" name="Text 54"/>
          <p:cNvSpPr/>
          <p:nvPr/>
        </p:nvSpPr>
        <p:spPr>
          <a:xfrm>
            <a:off x="10789920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388096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88096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88096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0" name="Text 58"/>
          <p:cNvSpPr/>
          <p:nvPr/>
        </p:nvSpPr>
        <p:spPr>
          <a:xfrm>
            <a:off x="8607552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388096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2" name="Text 60"/>
          <p:cNvSpPr/>
          <p:nvPr/>
        </p:nvSpPr>
        <p:spPr>
          <a:xfrm>
            <a:off x="8607552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388096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64" name="Text 62"/>
          <p:cNvSpPr/>
          <p:nvPr/>
        </p:nvSpPr>
        <p:spPr>
          <a:xfrm>
            <a:off x="8607552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88096" y="56418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6" name="Text 64"/>
          <p:cNvSpPr/>
          <p:nvPr/>
        </p:nvSpPr>
        <p:spPr>
          <a:xfrm>
            <a:off x="8607552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Activity · GitHub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7680960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1965960"/>
          <a:ext cx="7406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60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8641080" y="178308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141412"/>
          </a:solidFill>
          <a:ln/>
        </p:spPr>
      </p:sp>
      <p:sp>
        <p:nvSpPr>
          <p:cNvPr id="8" name="Text 5"/>
          <p:cNvSpPr/>
          <p:nvPr/>
        </p:nvSpPr>
        <p:spPr>
          <a:xfrm>
            <a:off x="8869680" y="189280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A8C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869680" y="259689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641080" y="332232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69680" y="343204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869680" y="413613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41080" y="486156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69680" y="497128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8869680" y="567537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reviews completed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Week's Plan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4965192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/ track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ClinicBook · Patient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 Park @Leo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 the booking calendar, then start payments and receipts.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 · 40%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ClinicBook · Clinic Dashboard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Rao @Nina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the duplicate-reminder fix and release reminders; start reports and exports.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 · 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PulseBoard · Usage Tracking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Maya Lin @Maya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 adding usage tracking to the web app, then open the first dashboard to managers.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Store Release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Maya Lin @Maya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Invite the first 20 clinic staff to TestFlight.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CC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WqaFdu/logo_trimm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680960" y="2743200"/>
            <a:ext cx="6035040" cy="6987624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WqaFdu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38" y="452628"/>
            <a:ext cx="544924" cy="63093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0698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6517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3152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31520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9, 2026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2026-10-11T14:06:42Z</dcterms:created>
  <dcterms:modified xsi:type="dcterms:W3CDTF">2026-10-11T14:06:42Z</dcterms:modified>
</cp:coreProperties>
</file>