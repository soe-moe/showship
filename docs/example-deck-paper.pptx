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715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BDAEF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A9A6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17153A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15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xNahHf/paper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0"/>
            <a:ext cx="5080406" cy="6858000"/>
          </a:xfrm>
          <a:prstGeom prst="rect">
            <a:avLst/>
          </a:prstGeom>
        </p:spPr>
      </p:pic>
      <p:pic>
        <p:nvPicPr>
          <p:cNvPr id="3" name="Image 1" descr="/sessions/beautiful-vigilant-darwin/tmp/showship-deck-xNahHf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490523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Acme Digital Co., Ltd.</a:t>
            </a: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40080" y="2240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640080" y="265176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Development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4400" dirty="0"/>
          </a:p>
        </p:txBody>
      </p:sp>
      <p:sp>
        <p:nvSpPr>
          <p:cNvPr id="7" name="Shape 3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 at a Glance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pic>
        <p:nvPicPr>
          <p:cNvPr id="6" name="Image 0" descr="/sessions/beautiful-vigilant-darwin/tmp/showship-deck-xNahHf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update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103120"/>
            <a:ext cx="32918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decision is needed this week: can patients turn off SMS reminders and keep email only? (see Decisions Needed)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892808"/>
            <a:ext cx="2103120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6766560" y="192938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570464" y="1993392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771632" y="1929384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766560" y="219456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Account Verified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766560" y="2569464"/>
            <a:ext cx="4782312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480560" y="3276600"/>
            <a:ext cx="706831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80560" y="3386328"/>
            <a:ext cx="2103120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6766560" y="342290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&amp; Clinic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43616" y="34869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844784" y="342290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766560" y="368808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8 Phases Complete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66560" y="4062984"/>
            <a:ext cx="4782312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480560" y="4770120"/>
            <a:ext cx="706831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80560" y="4879848"/>
            <a:ext cx="2103120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/ 2</a:t>
            </a:r>
            <a:endParaRPr lang="en-US" sz="4400" dirty="0"/>
          </a:p>
        </p:txBody>
      </p:sp>
      <p:sp>
        <p:nvSpPr>
          <p:cNvPr id="26" name="Text 23"/>
          <p:cNvSpPr/>
          <p:nvPr/>
        </p:nvSpPr>
        <p:spPr>
          <a:xfrm>
            <a:off x="6766560" y="491642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Analytics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43616" y="498043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E0A21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844784" y="491642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766560" y="518160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Workstreams Complete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766560" y="5556504"/>
            <a:ext cx="4782312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finished; usage tracking is being rolled out.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· App Store Release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pic>
        <p:nvPicPr>
          <p:cNvPr id="6" name="Image 0" descr="/sessions/beautiful-vigilant-darwin/tmp/showship-deck-xNahHf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058400" y="1847088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59568" y="178308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 resolved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40080" y="17830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app is published under the company's own verified account, ready for beta testers.</a:t>
            </a:r>
            <a:endParaRPr lang="en-US" sz="1900" dirty="0"/>
          </a:p>
        </p:txBody>
      </p:sp>
      <p:pic>
        <p:nvPicPr>
          <p:cNvPr id="12" name="Image 1" descr="/sessions/beautiful-vigilant-darwin/tmp/showship-deck-xNahHf/paper_tl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80"/>
            <a:ext cx="10908792" cy="5486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13232" y="3273552"/>
            <a:ext cx="310896" cy="310896"/>
          </a:xfrm>
          <a:prstGeom prst="ellipse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week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13232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Blocked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13232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187952" y="3273552"/>
            <a:ext cx="310896" cy="310896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154680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3154680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Number Received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3154680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662672" y="3273552"/>
            <a:ext cx="310896" cy="310896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629400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629400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Verified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6629400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11137392" y="3273552"/>
            <a:ext cx="310896" cy="310896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9070848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9070848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TestFlight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9070848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Progress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pic>
        <p:nvPicPr>
          <p:cNvPr id="6" name="Image 0" descr="/sessions/beautiful-vigilant-darwin/tmp/showship-deck-xNahHf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05840" y="2423160"/>
            <a:ext cx="3474720" cy="3474720"/>
          </a:xfrm>
          <a:prstGeom prst="blockArc">
            <a:avLst>
              <a:gd name="adj1" fmla="val 10800000"/>
              <a:gd name="adj2" fmla="val 0"/>
              <a:gd name="adj3" fmla="val 6000"/>
            </a:avLst>
          </a:prstGeom>
          <a:solidFill>
            <a:srgbClr val="E6E1D6"/>
          </a:solidFill>
          <a:ln/>
        </p:spPr>
      </p:sp>
      <p:sp>
        <p:nvSpPr>
          <p:cNvPr id="10" name="Shape 7"/>
          <p:cNvSpPr/>
          <p:nvPr/>
        </p:nvSpPr>
        <p:spPr>
          <a:xfrm>
            <a:off x="1005840" y="2423160"/>
            <a:ext cx="3474720" cy="3474720"/>
          </a:xfrm>
          <a:prstGeom prst="blockArc">
            <a:avLst>
              <a:gd name="adj1" fmla="val 10800000"/>
              <a:gd name="adj2" fmla="val 17820000"/>
              <a:gd name="adj3" fmla="val 6000"/>
            </a:avLst>
          </a:prstGeom>
          <a:solidFill>
            <a:srgbClr val="10A6A0"/>
          </a:solidFill>
          <a:ln/>
        </p:spPr>
      </p:sp>
      <p:sp>
        <p:nvSpPr>
          <p:cNvPr id="11" name="Text 8"/>
          <p:cNvSpPr/>
          <p:nvPr/>
        </p:nvSpPr>
        <p:spPr>
          <a:xfrm>
            <a:off x="1280160" y="301752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5400" dirty="0"/>
          </a:p>
        </p:txBody>
      </p:sp>
      <p:sp>
        <p:nvSpPr>
          <p:cNvPr id="12" name="Text 9"/>
          <p:cNvSpPr/>
          <p:nvPr/>
        </p:nvSpPr>
        <p:spPr>
          <a:xfrm>
            <a:off x="640080" y="4297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46634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5778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0177272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577840" y="2103120"/>
            <a:ext cx="5971032" cy="0"/>
          </a:xfrm>
          <a:prstGeom prst="line">
            <a:avLst/>
          </a:prstGeom>
          <a:noFill/>
          <a:ln w="9525">
            <a:solidFill>
              <a:srgbClr val="1715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77840" y="2194560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577840" y="2542032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0177272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600" dirty="0"/>
          </a:p>
        </p:txBody>
      </p:sp>
      <p:sp>
        <p:nvSpPr>
          <p:cNvPr id="20" name="Shape 17"/>
          <p:cNvSpPr/>
          <p:nvPr/>
        </p:nvSpPr>
        <p:spPr>
          <a:xfrm>
            <a:off x="5577840" y="2907792"/>
            <a:ext cx="5971032" cy="64008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1" name="Shape 18"/>
          <p:cNvSpPr/>
          <p:nvPr/>
        </p:nvSpPr>
        <p:spPr>
          <a:xfrm>
            <a:off x="5577840" y="2907792"/>
            <a:ext cx="3582619" cy="64008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2" name="Shape 19"/>
          <p:cNvSpPr/>
          <p:nvPr/>
        </p:nvSpPr>
        <p:spPr>
          <a:xfrm>
            <a:off x="5577840" y="3108960"/>
            <a:ext cx="597103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577840" y="3154680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577840" y="3502152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0177272" y="3154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5577840" y="3867912"/>
            <a:ext cx="5971032" cy="64008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7" name="Shape 24"/>
          <p:cNvSpPr/>
          <p:nvPr/>
        </p:nvSpPr>
        <p:spPr>
          <a:xfrm>
            <a:off x="5577840" y="3867912"/>
            <a:ext cx="4179722" cy="64008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28" name="Shape 25"/>
          <p:cNvSpPr/>
          <p:nvPr/>
        </p:nvSpPr>
        <p:spPr>
          <a:xfrm>
            <a:off x="5577840" y="4069080"/>
            <a:ext cx="597103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577840" y="4343400"/>
            <a:ext cx="5971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 </a:t>
            </a:r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phases completed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88D3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 </a:t>
            </a:r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phases in progress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D6D0C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 </a:t>
            </a:r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phases not started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577840" y="5897880"/>
            <a:ext cx="5971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Phase Breakdown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pic>
        <p:nvPicPr>
          <p:cNvPr id="6" name="Image 0" descr="/sessions/beautiful-vigilant-darwin/tmp/showship-deck-xNahHf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" y="189280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40080" y="2286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863840" y="187452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pPr algn="r"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008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37058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3108960"/>
            <a:ext cx="2644902" cy="14630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16" name="Text 13"/>
          <p:cNvSpPr/>
          <p:nvPr/>
        </p:nvSpPr>
        <p:spPr>
          <a:xfrm>
            <a:off x="339471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521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39471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19" name="Shape 16"/>
          <p:cNvSpPr/>
          <p:nvPr/>
        </p:nvSpPr>
        <p:spPr>
          <a:xfrm>
            <a:off x="3394710" y="3108960"/>
            <a:ext cx="2644902" cy="14630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0" name="Text 17"/>
          <p:cNvSpPr/>
          <p:nvPr/>
        </p:nvSpPr>
        <p:spPr>
          <a:xfrm>
            <a:off x="614934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87984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14934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3" name="Shape 20"/>
          <p:cNvSpPr/>
          <p:nvPr/>
        </p:nvSpPr>
        <p:spPr>
          <a:xfrm>
            <a:off x="6149340" y="3108960"/>
            <a:ext cx="1057961" cy="14630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4" name="Text 21"/>
          <p:cNvSpPr/>
          <p:nvPr/>
        </p:nvSpPr>
        <p:spPr>
          <a:xfrm>
            <a:off x="890397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63447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90397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33832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0080" y="397764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" y="413308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640080" y="45262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863840" y="411480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pPr algn="r"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32" name="Text 29"/>
          <p:cNvSpPr/>
          <p:nvPr/>
        </p:nvSpPr>
        <p:spPr>
          <a:xfrm>
            <a:off x="64008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237058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4008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35" name="Shape 32"/>
          <p:cNvSpPr/>
          <p:nvPr/>
        </p:nvSpPr>
        <p:spPr>
          <a:xfrm>
            <a:off x="640080" y="5349240"/>
            <a:ext cx="2644902" cy="146304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36" name="Text 33"/>
          <p:cNvSpPr/>
          <p:nvPr/>
        </p:nvSpPr>
        <p:spPr>
          <a:xfrm>
            <a:off x="339471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12521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339471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39" name="Shape 36"/>
          <p:cNvSpPr/>
          <p:nvPr/>
        </p:nvSpPr>
        <p:spPr>
          <a:xfrm>
            <a:off x="3394710" y="5349240"/>
            <a:ext cx="2644902" cy="146304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40" name="Text 37"/>
          <p:cNvSpPr/>
          <p:nvPr/>
        </p:nvSpPr>
        <p:spPr>
          <a:xfrm>
            <a:off x="614934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87984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614934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43" name="Text 40"/>
          <p:cNvSpPr/>
          <p:nvPr/>
        </p:nvSpPr>
        <p:spPr>
          <a:xfrm>
            <a:off x="890397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&amp; Notifications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1063447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890397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46" name="Shape 43"/>
          <p:cNvSpPr/>
          <p:nvPr/>
        </p:nvSpPr>
        <p:spPr>
          <a:xfrm>
            <a:off x="8903970" y="5349240"/>
            <a:ext cx="2115922" cy="146304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47" name="Text 44"/>
          <p:cNvSpPr/>
          <p:nvPr/>
        </p:nvSpPr>
        <p:spPr>
          <a:xfrm>
            <a:off x="640080" y="562356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· Code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pic>
        <p:nvPicPr>
          <p:cNvPr id="6" name="Image 0" descr="/sessions/beautiful-vigilant-darwin/tmp/showship-deck-xNahHf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336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40080" y="2487168"/>
            <a:ext cx="3361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reviewed this week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76344" y="1737360"/>
            <a:ext cx="336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4276344" y="2487168"/>
            <a:ext cx="3361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for release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912608" y="1737360"/>
            <a:ext cx="336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212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7912608" y="2487168"/>
            <a:ext cx="3361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 tests passing (100%)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" y="2971800"/>
            <a:ext cx="10908792" cy="0"/>
          </a:xfrm>
          <a:prstGeom prst="line">
            <a:avLst/>
          </a:prstGeom>
          <a:noFill/>
          <a:ln w="9525">
            <a:solidFill>
              <a:srgbClr val="1715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081528"/>
            <a:ext cx="27432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Appointment Reminders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566160" y="3081528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643616" y="3145536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44784" y="3081528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0080" y="396240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072128"/>
            <a:ext cx="27432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Reliability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566160" y="4072128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912096" y="4136136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113264" y="407212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Fix before release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495300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5062728"/>
            <a:ext cx="27432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566160" y="5062728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643616" y="5126736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844784" y="5062728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Attention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pic>
        <p:nvPicPr>
          <p:cNvPr id="6" name="Image 0" descr="/sessions/beautiful-vigilant-darwin/tmp/showship-deck-xNahHf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" y="1783080"/>
            <a:ext cx="5088636" cy="0"/>
          </a:xfrm>
          <a:prstGeom prst="line">
            <a:avLst/>
          </a:prstGeom>
          <a:noFill/>
          <a:ln w="38100">
            <a:solidFill>
              <a:srgbClr val="D947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745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and risks</a:t>
            </a:r>
            <a:pPr indent="0" marL="0">
              <a:buNone/>
            </a:pPr>
            <a:r>
              <a:rPr lang="en-US" sz="16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24688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43000" y="2468880"/>
            <a:ext cx="458571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release waiting on one fix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 reminders must be prevented before release. Fix is small and already tested.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 · Expected: next week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60236" y="1783080"/>
            <a:ext cx="5088636" cy="0"/>
          </a:xfrm>
          <a:prstGeom prst="line">
            <a:avLst/>
          </a:prstGeom>
          <a:noFill/>
          <a:ln w="38100">
            <a:solidFill>
              <a:srgbClr val="1715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0236" y="18745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Decisions needed</a:t>
            </a:r>
            <a:pPr indent="0" marL="0">
              <a:buNone/>
            </a:pPr>
            <a:r>
              <a:rPr lang="en-US" sz="16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60236" y="24688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963156" y="2468880"/>
            <a:ext cx="458571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patients turn off SMS reminders and keep email only?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 every patient with a phone number receives SMS reminders; some clinics report complaints.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Options: allow opt-out · clinic decides per patient · keep as today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· Task Tracker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pic>
        <p:nvPicPr>
          <p:cNvPr id="6" name="Image 0" descr="/sessions/beautiful-vigilant-darwin/tmp/showship-deck-xNahHf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" y="18928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22219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40080" y="2514600"/>
            <a:ext cx="31089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023360" y="196596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7680" y="196596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0" y="196596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6320" y="196596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20640" y="196596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23360" y="2258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done, 2 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023360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4023360" y="2971800"/>
            <a:ext cx="2377440" cy="5486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0" name="Shape 17"/>
          <p:cNvSpPr/>
          <p:nvPr/>
        </p:nvSpPr>
        <p:spPr>
          <a:xfrm>
            <a:off x="4023360" y="2971800"/>
            <a:ext cx="1426464" cy="5486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0" y="2020824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59168" y="194767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0" y="2350008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59168" y="227685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203436" y="2020824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10A6A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04604" y="194767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9203436" y="2350008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68667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404604" y="227685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40080" y="31699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2796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40080" y="36088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0080" y="3901440"/>
            <a:ext cx="31089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02336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9768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57200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84632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120640" y="335280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023360" y="3645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done, 1 open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4023360" y="3919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4023360" y="4358640"/>
            <a:ext cx="2377440" cy="5486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41" name="Shape 38"/>
          <p:cNvSpPr/>
          <p:nvPr/>
        </p:nvSpPr>
        <p:spPr>
          <a:xfrm>
            <a:off x="4023360" y="4358640"/>
            <a:ext cx="1664208" cy="5486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42" name="Shape 39"/>
          <p:cNvSpPr/>
          <p:nvPr/>
        </p:nvSpPr>
        <p:spPr>
          <a:xfrm>
            <a:off x="6858000" y="3407664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059168" y="333451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858000" y="3736848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059168" y="366369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9203436" y="3407664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10A6A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04604" y="333451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9203436" y="3736848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68667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404604" y="366369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(0/4)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640080" y="455676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0080" y="46664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52" name="Text 49"/>
          <p:cNvSpPr/>
          <p:nvPr/>
        </p:nvSpPr>
        <p:spPr>
          <a:xfrm>
            <a:off x="640080" y="49956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Analytics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640080" y="5288280"/>
            <a:ext cx="31089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finished; usage tracking being rolled out.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402336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9768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7200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4632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512064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94960" y="473964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023360" y="50322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done, 1 open</a:t>
            </a:r>
            <a:endParaRPr lang="en-US" sz="1050" dirty="0"/>
          </a:p>
        </p:txBody>
      </p:sp>
      <p:sp>
        <p:nvSpPr>
          <p:cNvPr id="61" name="Text 58"/>
          <p:cNvSpPr/>
          <p:nvPr/>
        </p:nvSpPr>
        <p:spPr>
          <a:xfrm>
            <a:off x="4023360" y="53065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2200" dirty="0"/>
          </a:p>
        </p:txBody>
      </p:sp>
      <p:sp>
        <p:nvSpPr>
          <p:cNvPr id="62" name="Shape 59"/>
          <p:cNvSpPr/>
          <p:nvPr/>
        </p:nvSpPr>
        <p:spPr>
          <a:xfrm>
            <a:off x="4023360" y="5745480"/>
            <a:ext cx="2377440" cy="5486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63" name="Shape 60"/>
          <p:cNvSpPr/>
          <p:nvPr/>
        </p:nvSpPr>
        <p:spPr>
          <a:xfrm>
            <a:off x="4023360" y="5745480"/>
            <a:ext cx="1783080" cy="54864"/>
          </a:xfrm>
          <a:prstGeom prst="rect">
            <a:avLst/>
          </a:prstGeom>
          <a:solidFill>
            <a:srgbClr val="E0A21B"/>
          </a:solidFill>
          <a:ln/>
        </p:spPr>
      </p:sp>
      <p:sp>
        <p:nvSpPr>
          <p:cNvPr id="64" name="Shape 61"/>
          <p:cNvSpPr/>
          <p:nvPr/>
        </p:nvSpPr>
        <p:spPr>
          <a:xfrm>
            <a:off x="6858000" y="4794504"/>
            <a:ext cx="109728" cy="109728"/>
          </a:xfrm>
          <a:prstGeom prst="ellipse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059168" y="472135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858000" y="5123688"/>
            <a:ext cx="109728" cy="109728"/>
          </a:xfrm>
          <a:prstGeom prst="ellipse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7059168" y="505053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9203436" y="4794504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E0A21B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9404604" y="472135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9203436" y="5123688"/>
            <a:ext cx="109728" cy="109728"/>
          </a:xfrm>
          <a:prstGeom prst="ellipse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9404604" y="505053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· 3 features</a:t>
            </a:r>
            <a:endParaRPr lang="en-US" sz="1050" dirty="0"/>
          </a:p>
        </p:txBody>
      </p:sp>
      <p:sp>
        <p:nvSpPr>
          <p:cNvPr id="72" name="Text 69"/>
          <p:cNvSpPr/>
          <p:nvPr/>
        </p:nvSpPr>
        <p:spPr>
          <a:xfrm>
            <a:off x="640080" y="598932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Engineering Activity · GitHub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pic>
        <p:nvPicPr>
          <p:cNvPr id="6" name="Image 0" descr="/sessions/beautiful-vigilant-darwin/tmp/showship-deck-xNahHf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" y="1874520"/>
            <a:ext cx="2743200" cy="8662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640080" y="2770632"/>
            <a:ext cx="2743200" cy="47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276600"/>
            <a:ext cx="2743200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368040"/>
            <a:ext cx="2743200" cy="8662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640080" y="4264152"/>
            <a:ext cx="2743200" cy="47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4770120"/>
            <a:ext cx="2743200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4861560"/>
            <a:ext cx="2743200" cy="8662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640080" y="5757672"/>
            <a:ext cx="2743200" cy="47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 completed</a:t>
            </a:r>
            <a:endParaRPr lang="en-US" sz="1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840480" y="1737360"/>
          <a:ext cx="770839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 14"/>
          <p:cNvSpPr/>
          <p:nvPr/>
        </p:nvSpPr>
        <p:spPr>
          <a:xfrm>
            <a:off x="3840480" y="5897880"/>
            <a:ext cx="7708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Week's Plan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pic>
        <p:nvPicPr>
          <p:cNvPr id="6" name="Image 0" descr="/sessions/beautiful-vigilant-darwin/tmp/showship-deck-xNahHf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 / track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0" y="173736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focus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720072" y="1737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40080" y="2057400"/>
            <a:ext cx="10908792" cy="0"/>
          </a:xfrm>
          <a:prstGeom prst="line">
            <a:avLst/>
          </a:prstGeom>
          <a:noFill/>
          <a:ln w="9525">
            <a:solidFill>
              <a:srgbClr val="1715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031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657600" y="21031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0" y="21031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booking calendar, then start payments and receipts.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643616" y="24963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844784" y="243230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40%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30175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657600" y="3017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0" y="30175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duplicate-reminder fix and release reminders; start reports and exports.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10643616" y="34107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844784" y="334670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80%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39319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39319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Usage Tracking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657600" y="39319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0" y="39319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adding usage tracking to the web app, then open the first dashboard to managers.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10424160" y="43251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E0A21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625328" y="4261104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40080" y="48463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48463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3657600" y="48463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5669280" y="48463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the first 20 clinic staff to TestFlight.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10936224" y="5239512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1137392" y="5175504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40080" y="57607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xNahHf/paper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0"/>
            <a:ext cx="5080406" cy="6858000"/>
          </a:xfrm>
          <a:prstGeom prst="rect">
            <a:avLst/>
          </a:prstGeom>
        </p:spPr>
      </p:pic>
      <p:pic>
        <p:nvPicPr>
          <p:cNvPr id="3" name="Image 1" descr="/sessions/beautiful-vigilant-darwin/tmp/showship-deck-xNahHf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490523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Acme Digital Co., Ltd.</a:t>
            </a: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40080" y="24688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566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2026-10-05T15:00:54Z</dcterms:created>
  <dcterms:modified xsi:type="dcterms:W3CDTF">2026-10-05T15:00:54Z</dcterms:modified>
</cp:coreProperties>
</file>