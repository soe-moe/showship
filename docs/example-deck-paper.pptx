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DAE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A9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tqWCrW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tqWCrW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89280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766560" y="192938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570464" y="199339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771632" y="1929384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66560" y="219456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766560" y="256946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27660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80560" y="338632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766560" y="342290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643616" y="34869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844784" y="34229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66560" y="368808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66560" y="406298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80560" y="477012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0" y="487984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4400" dirty="0"/>
          </a:p>
        </p:txBody>
      </p:sp>
      <p:sp>
        <p:nvSpPr>
          <p:cNvPr id="26" name="Text 23"/>
          <p:cNvSpPr/>
          <p:nvPr/>
        </p:nvSpPr>
        <p:spPr>
          <a:xfrm>
            <a:off x="6766560" y="491642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643616" y="498043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844784" y="491642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66560" y="518160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766560" y="555650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0" y="1847088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59568" y="178308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783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900" dirty="0"/>
          </a:p>
        </p:txBody>
      </p:sp>
      <p:pic>
        <p:nvPicPr>
          <p:cNvPr id="12" name="Image 1" descr="/var/folders/lw/rmylcyvd5rjfxk9g1z9rrm8w0000gq/T/showship-deck-tqWCrW/paper_tl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80"/>
            <a:ext cx="10908792" cy="5486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73552"/>
            <a:ext cx="310896" cy="310896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13232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3232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18795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15468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15468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15468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66267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62940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62940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662940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113739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070848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9070848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9070848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0"/>
              <a:gd name="adj3" fmla="val 6000"/>
            </a:avLst>
          </a:prstGeom>
          <a:solidFill>
            <a:srgbClr val="E6E1D6"/>
          </a:solidFill>
          <a:ln/>
        </p:spPr>
      </p:sp>
      <p:sp>
        <p:nvSpPr>
          <p:cNvPr id="10" name="Shape 7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17820000"/>
              <a:gd name="adj3" fmla="val 6000"/>
            </a:avLst>
          </a:prstGeom>
          <a:solidFill>
            <a:srgbClr val="10A6A0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" y="30175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663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577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177272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0" y="2103120"/>
            <a:ext cx="597103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219456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577840" y="254203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177272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5577840" y="290779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1" name="Shape 18"/>
          <p:cNvSpPr/>
          <p:nvPr/>
        </p:nvSpPr>
        <p:spPr>
          <a:xfrm>
            <a:off x="5577840" y="2907792"/>
            <a:ext cx="3582619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5577840" y="310896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7840" y="315468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577840" y="350215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177272" y="3154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5577840" y="386791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Shape 24"/>
          <p:cNvSpPr/>
          <p:nvPr/>
        </p:nvSpPr>
        <p:spPr>
          <a:xfrm>
            <a:off x="5577840" y="3867912"/>
            <a:ext cx="4179722" cy="64008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28" name="Shape 25"/>
          <p:cNvSpPr/>
          <p:nvPr/>
        </p:nvSpPr>
        <p:spPr>
          <a:xfrm>
            <a:off x="5577840" y="406908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77840" y="4343400"/>
            <a:ext cx="5971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completed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88D3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in progress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6D0C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not started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577840" y="5897880"/>
            <a:ext cx="5971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0" y="187452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37058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16" name="Text 13"/>
          <p:cNvSpPr/>
          <p:nvPr/>
        </p:nvSpPr>
        <p:spPr>
          <a:xfrm>
            <a:off x="339471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521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9" name="Shape 16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0" name="Text 17"/>
          <p:cNvSpPr/>
          <p:nvPr/>
        </p:nvSpPr>
        <p:spPr>
          <a:xfrm>
            <a:off x="614934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87984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4934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9340" y="3108960"/>
            <a:ext cx="1057961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4" name="Text 21"/>
          <p:cNvSpPr/>
          <p:nvPr/>
        </p:nvSpPr>
        <p:spPr>
          <a:xfrm>
            <a:off x="890397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63447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90397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33832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0080" y="397764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13308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63840" y="411480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64008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237058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5" name="Shape 32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36" name="Text 33"/>
          <p:cNvSpPr/>
          <p:nvPr/>
        </p:nvSpPr>
        <p:spPr>
          <a:xfrm>
            <a:off x="339471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12521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9" name="Shape 36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0" name="Text 37"/>
          <p:cNvSpPr/>
          <p:nvPr/>
        </p:nvSpPr>
        <p:spPr>
          <a:xfrm>
            <a:off x="614934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87984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14934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3" name="Text 40"/>
          <p:cNvSpPr/>
          <p:nvPr/>
        </p:nvSpPr>
        <p:spPr>
          <a:xfrm>
            <a:off x="890397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063447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890397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6" name="Shape 43"/>
          <p:cNvSpPr/>
          <p:nvPr/>
        </p:nvSpPr>
        <p:spPr>
          <a:xfrm>
            <a:off x="8903970" y="5349240"/>
            <a:ext cx="211592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7" name="Text 44"/>
          <p:cNvSpPr/>
          <p:nvPr/>
        </p:nvSpPr>
        <p:spPr>
          <a:xfrm>
            <a:off x="640080" y="56235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783080"/>
            <a:ext cx="3453384" cy="0"/>
          </a:xfrm>
          <a:prstGeom prst="line">
            <a:avLst/>
          </a:prstGeom>
          <a:noFill/>
          <a:ln w="25400">
            <a:solidFill>
              <a:srgbClr val="1715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2029968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9848" y="1965960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7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9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10A6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67784" y="1783080"/>
            <a:ext cx="3453384" cy="0"/>
          </a:xfrm>
          <a:prstGeom prst="line">
            <a:avLst/>
          </a:prstGeom>
          <a:noFill/>
          <a:ln w="25400">
            <a:solidFill>
              <a:srgbClr val="1715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30624" y="1783080"/>
            <a:ext cx="0" cy="3694938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96384" y="2029968"/>
            <a:ext cx="118872" cy="118872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97552" y="196596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5" name="Text 32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7" name="Text 34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6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1" name="Text 38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95488" y="1783080"/>
            <a:ext cx="3453384" cy="0"/>
          </a:xfrm>
          <a:prstGeom prst="line">
            <a:avLst/>
          </a:prstGeom>
          <a:noFill/>
          <a:ln w="25400">
            <a:solidFill>
              <a:srgbClr val="1715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58328" y="1783080"/>
            <a:ext cx="0" cy="3694938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24088" y="2029968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8667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25256" y="1965960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7" name="Text 44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68667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76344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4276344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912608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7912608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29718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0815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30815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43616" y="31455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44784" y="30815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" y="39624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0721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566160" y="40721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912096" y="4136136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113264" y="407212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49530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50627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566160" y="50627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643616" y="51267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844784" y="50627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783080"/>
            <a:ext cx="5088636" cy="0"/>
          </a:xfrm>
          <a:prstGeom prst="line">
            <a:avLst/>
          </a:prstGeom>
          <a:noFill/>
          <a:ln w="38100">
            <a:solidFill>
              <a:srgbClr val="D947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and risks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60236" y="1783080"/>
            <a:ext cx="5088636" cy="0"/>
          </a:xfrm>
          <a:prstGeom prst="line">
            <a:avLst/>
          </a:prstGeom>
          <a:noFill/>
          <a:ln w="38100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0236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60236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63156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22219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51460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2336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632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done, 2 open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02336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4023360" y="297180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0" name="Shape 17"/>
          <p:cNvSpPr/>
          <p:nvPr/>
        </p:nvSpPr>
        <p:spPr>
          <a:xfrm>
            <a:off x="4023360" y="2971800"/>
            <a:ext cx="1426464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202082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59168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235000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9168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203436" y="202082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04604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203436" y="235000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404604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0080" y="3169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2796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0080" y="3608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40080" y="390144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02336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9768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7200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84632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120640" y="335280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023360" y="3645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done, 1 open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023360" y="3919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4023360" y="435864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1" name="Shape 38"/>
          <p:cNvSpPr/>
          <p:nvPr/>
        </p:nvSpPr>
        <p:spPr>
          <a:xfrm>
            <a:off x="4023360" y="4358640"/>
            <a:ext cx="1664208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42" name="Shape 39"/>
          <p:cNvSpPr/>
          <p:nvPr/>
        </p:nvSpPr>
        <p:spPr>
          <a:xfrm>
            <a:off x="6858000" y="340766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059168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858000" y="373684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059168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203436" y="340766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04604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203436" y="373684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404604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640080" y="455676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46664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2" name="Text 49"/>
          <p:cNvSpPr/>
          <p:nvPr/>
        </p:nvSpPr>
        <p:spPr>
          <a:xfrm>
            <a:off x="640080" y="49956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640080" y="528828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02336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9768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7200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4632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12064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94960" y="473964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23360" y="50322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done, 1 open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4023360" y="5306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4023360" y="574548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63" name="Shape 60"/>
          <p:cNvSpPr/>
          <p:nvPr/>
        </p:nvSpPr>
        <p:spPr>
          <a:xfrm>
            <a:off x="4023360" y="5745480"/>
            <a:ext cx="1783080" cy="54864"/>
          </a:xfrm>
          <a:prstGeom prst="rect">
            <a:avLst/>
          </a:prstGeom>
          <a:solidFill>
            <a:srgbClr val="E0A21B"/>
          </a:solidFill>
          <a:ln/>
        </p:spPr>
      </p:sp>
      <p:sp>
        <p:nvSpPr>
          <p:cNvPr id="64" name="Shape 61"/>
          <p:cNvSpPr/>
          <p:nvPr/>
        </p:nvSpPr>
        <p:spPr>
          <a:xfrm>
            <a:off x="6858000" y="4794504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059168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6858000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7059168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9203436" y="479450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E0A21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9404604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9203436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404604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2" name="Text 69"/>
          <p:cNvSpPr/>
          <p:nvPr/>
        </p:nvSpPr>
        <p:spPr>
          <a:xfrm>
            <a:off x="640080" y="598932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77063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6804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40080" y="426415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86156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0080" y="575767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840480" y="1737360"/>
          <a:ext cx="770839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3840480" y="589788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tqWCrW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0" y="173736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720072" y="1737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20574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031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0" y="21031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0" y="21031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643616" y="24963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844784" y="24323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017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65760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0" y="30175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643616" y="34107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844784" y="33467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3931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931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657600" y="3931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0" y="39319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10424160" y="43251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25328" y="4261104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48463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48463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3657600" y="48463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5669280" y="48463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10424160" y="52395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8667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625328" y="5175504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40080" y="57607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tqWCrW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tqWCrW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2026-10-15T14:34:20Z</dcterms:created>
  <dcterms:modified xsi:type="dcterms:W3CDTF">2026-10-15T14:34:20Z</dcterms:modified>
</cp:coreProperties>
</file>