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B9BF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5CC8D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6B74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4F0E8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F4F0E8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4F0E8"/>
                </a:solidFill>
                <a:latin typeface="Georg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F4F0E8"/>
              </a:solidFill>
              <a:latin typeface="Georgia"/>
              <a:cs typeface="Georgi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021726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2432121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1916217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140031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884408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EGIwvT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4754880" cy="3520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233172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91440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Account Verified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069080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14400" y="44348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0" y="178308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8" name="Text 15"/>
          <p:cNvSpPr/>
          <p:nvPr/>
        </p:nvSpPr>
        <p:spPr>
          <a:xfrm>
            <a:off x="5897880" y="18745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97880" y="308610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98080" y="185623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98080" y="209397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8 Phases Complete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498080" y="238658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0" y="3634740"/>
            <a:ext cx="5879592" cy="16687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5897880" y="372618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897880" y="493776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498080" y="3707892"/>
            <a:ext cx="3867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98080" y="394563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Workstreams Complete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498080" y="4238244"/>
            <a:ext cx="3867912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5321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377440" y="5532120"/>
            <a:ext cx="9171432" cy="731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4" name="Text 31"/>
          <p:cNvSpPr/>
          <p:nvPr/>
        </p:nvSpPr>
        <p:spPr>
          <a:xfrm>
            <a:off x="2606040" y="5532120"/>
            <a:ext cx="8732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/>
          <p:nvPr/>
        </p:nvSpPr>
        <p:spPr>
          <a:xfrm>
            <a:off x="9987077" y="1783080"/>
            <a:ext cx="15617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17830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published under the company's own verified account, ready for beta testers.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1750">
            <a:solidFill>
              <a:srgbClr val="46494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914400" y="4343400"/>
            <a:ext cx="10360152" cy="0"/>
          </a:xfrm>
          <a:prstGeom prst="line">
            <a:avLst/>
          </a:prstGeom>
          <a:noFill/>
          <a:ln w="38100">
            <a:solidFill>
              <a:srgbClr val="F2B13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206240"/>
            <a:ext cx="274320" cy="274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7" name="Text 14"/>
          <p:cNvSpPr/>
          <p:nvPr/>
        </p:nvSpPr>
        <p:spPr>
          <a:xfrm>
            <a:off x="1042416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42416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42416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367784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30624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2" name="Text 19"/>
          <p:cNvSpPr/>
          <p:nvPr/>
        </p:nvSpPr>
        <p:spPr>
          <a:xfrm>
            <a:off x="4495800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95800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Received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495800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821168" y="274320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684008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949184" y="2743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949184" y="299923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Verified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949184" y="35204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1274552" y="4480560"/>
            <a:ext cx="0" cy="146304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37392" y="4206240"/>
            <a:ext cx="274320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2" name="Text 29"/>
          <p:cNvSpPr/>
          <p:nvPr/>
        </p:nvSpPr>
        <p:spPr>
          <a:xfrm>
            <a:off x="8037576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037576" y="48737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TestFlight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037576" y="5394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6217920" cy="41148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12776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7760" y="3291840"/>
            <a:ext cx="1097280" cy="11887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Combined Progress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0416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3400" dirty="0"/>
          </a:p>
        </p:txBody>
      </p:sp>
      <p:sp>
        <p:nvSpPr>
          <p:cNvPr id="17" name="Shape 14"/>
          <p:cNvSpPr/>
          <p:nvPr/>
        </p:nvSpPr>
        <p:spPr>
          <a:xfrm>
            <a:off x="320040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0400" y="3383280"/>
            <a:ext cx="1097280" cy="109728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9" name="Text 16"/>
          <p:cNvSpPr/>
          <p:nvPr/>
        </p:nvSpPr>
        <p:spPr>
          <a:xfrm>
            <a:off x="280416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80416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76800" y="1965960"/>
            <a:ext cx="188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3400" dirty="0"/>
          </a:p>
        </p:txBody>
      </p:sp>
      <p:sp>
        <p:nvSpPr>
          <p:cNvPr id="22" name="Shape 19"/>
          <p:cNvSpPr/>
          <p:nvPr/>
        </p:nvSpPr>
        <p:spPr>
          <a:xfrm>
            <a:off x="5273040" y="2651760"/>
            <a:ext cx="1097280" cy="182880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5273040" y="3200400"/>
            <a:ext cx="1097280" cy="128016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24" name="Text 21"/>
          <p:cNvSpPr/>
          <p:nvPr/>
        </p:nvSpPr>
        <p:spPr>
          <a:xfrm>
            <a:off x="4876800" y="4572000"/>
            <a:ext cx="188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876800" y="5056632"/>
            <a:ext cx="188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223760" y="2212848"/>
            <a:ext cx="146304" cy="146304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7" name="Text 24"/>
          <p:cNvSpPr/>
          <p:nvPr/>
        </p:nvSpPr>
        <p:spPr>
          <a:xfrm>
            <a:off x="7589520" y="17830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8" name="Text 25"/>
          <p:cNvSpPr/>
          <p:nvPr/>
        </p:nvSpPr>
        <p:spPr>
          <a:xfrm>
            <a:off x="9052560" y="178308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223760" y="278892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23760" y="3218688"/>
            <a:ext cx="146304" cy="146304"/>
          </a:xfrm>
          <a:prstGeom prst="rect">
            <a:avLst/>
          </a:prstGeom>
          <a:ln w="19050">
            <a:solidFill>
              <a:srgbClr val="F2B13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89520" y="278892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9052560" y="278892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223760" y="3794760"/>
            <a:ext cx="4325112" cy="0"/>
          </a:xfrm>
          <a:prstGeom prst="line">
            <a:avLst/>
          </a:prstGeom>
          <a:noFill/>
          <a:ln w="9525">
            <a:solidFill>
              <a:srgbClr val="46494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23760" y="4224528"/>
            <a:ext cx="146304" cy="146304"/>
          </a:xfrm>
          <a:prstGeom prst="rect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89520" y="37947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36" name="Text 33"/>
          <p:cNvSpPr/>
          <p:nvPr/>
        </p:nvSpPr>
        <p:spPr>
          <a:xfrm>
            <a:off x="9052560" y="3794760"/>
            <a:ext cx="2496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3736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18288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App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14400" y="217627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863840" y="181051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5" name="Shape 12"/>
          <p:cNvSpPr/>
          <p:nvPr/>
        </p:nvSpPr>
        <p:spPr>
          <a:xfrm>
            <a:off x="914400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9" name="Shape 16"/>
          <p:cNvSpPr/>
          <p:nvPr/>
        </p:nvSpPr>
        <p:spPr>
          <a:xfrm>
            <a:off x="3527298" y="2468880"/>
            <a:ext cx="2521458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0" name="Text 17"/>
          <p:cNvSpPr/>
          <p:nvPr/>
        </p:nvSpPr>
        <p:spPr>
          <a:xfrm>
            <a:off x="3527298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27298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40196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0196" y="2468880"/>
            <a:ext cx="1008583" cy="36576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4" name="Text 21"/>
          <p:cNvSpPr/>
          <p:nvPr/>
        </p:nvSpPr>
        <p:spPr>
          <a:xfrm>
            <a:off x="6140196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140196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53094" y="246888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27" name="Text 24"/>
          <p:cNvSpPr/>
          <p:nvPr/>
        </p:nvSpPr>
        <p:spPr>
          <a:xfrm>
            <a:off x="8753094" y="286207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753094" y="310896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400" y="370332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0080" y="4114800"/>
            <a:ext cx="10908792" cy="224028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1" name="Text 28"/>
          <p:cNvSpPr/>
          <p:nvPr/>
        </p:nvSpPr>
        <p:spPr>
          <a:xfrm>
            <a:off x="914400" y="420624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 Dashboard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914400" y="455371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863840" y="4187952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5" name="Shape 32"/>
          <p:cNvSpPr/>
          <p:nvPr/>
        </p:nvSpPr>
        <p:spPr>
          <a:xfrm>
            <a:off x="914400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36" name="Text 33"/>
          <p:cNvSpPr/>
          <p:nvPr/>
        </p:nvSpPr>
        <p:spPr>
          <a:xfrm>
            <a:off x="914400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14400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9" name="Shape 36"/>
          <p:cNvSpPr/>
          <p:nvPr/>
        </p:nvSpPr>
        <p:spPr>
          <a:xfrm>
            <a:off x="3527298" y="4846320"/>
            <a:ext cx="2521458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0" name="Text 37"/>
          <p:cNvSpPr/>
          <p:nvPr/>
        </p:nvSpPr>
        <p:spPr>
          <a:xfrm>
            <a:off x="3527298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3527298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140196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3" name="Text 40"/>
          <p:cNvSpPr/>
          <p:nvPr/>
        </p:nvSpPr>
        <p:spPr>
          <a:xfrm>
            <a:off x="6140196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40196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753094" y="4846320"/>
            <a:ext cx="2521458" cy="36576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6" name="Shape 43"/>
          <p:cNvSpPr/>
          <p:nvPr/>
        </p:nvSpPr>
        <p:spPr>
          <a:xfrm>
            <a:off x="8753094" y="4846320"/>
            <a:ext cx="2017166" cy="365760"/>
          </a:xfrm>
          <a:prstGeom prst="rect">
            <a:avLst/>
          </a:prstGeom>
          <a:solidFill>
            <a:srgbClr val="95DBE5"/>
          </a:solidFill>
          <a:ln/>
        </p:spPr>
      </p:sp>
      <p:sp>
        <p:nvSpPr>
          <p:cNvPr id="47" name="Text 44"/>
          <p:cNvSpPr/>
          <p:nvPr/>
        </p:nvSpPr>
        <p:spPr>
          <a:xfrm>
            <a:off x="8753094" y="5239512"/>
            <a:ext cx="25214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DB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753094" y="5486400"/>
            <a:ext cx="24757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14400" y="6080760"/>
            <a:ext cx="10360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3453384" cy="4160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1965960"/>
            <a:ext cx="1159459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196596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18" name="Text 15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20" name="Text 17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5CC8D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367784" y="1783080"/>
            <a:ext cx="3453384" cy="4160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8" name="Shape 25"/>
          <p:cNvSpPr/>
          <p:nvPr/>
        </p:nvSpPr>
        <p:spPr>
          <a:xfrm>
            <a:off x="4596384" y="1965960"/>
            <a:ext cx="998525" cy="274320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9" name="Text 26"/>
          <p:cNvSpPr/>
          <p:nvPr/>
        </p:nvSpPr>
        <p:spPr>
          <a:xfrm>
            <a:off x="4596384" y="1965960"/>
            <a:ext cx="9985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5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7" name="Text 34"/>
          <p:cNvSpPr/>
          <p:nvPr/>
        </p:nvSpPr>
        <p:spPr>
          <a:xfrm>
            <a:off x="4843272" y="4536186"/>
            <a:ext cx="274929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96384" y="4981194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39" name="Text 36"/>
          <p:cNvSpPr/>
          <p:nvPr/>
        </p:nvSpPr>
        <p:spPr>
          <a:xfrm>
            <a:off x="4843272" y="492633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96384" y="5203698"/>
            <a:ext cx="118872" cy="118872"/>
          </a:xfrm>
          <a:prstGeom prst="ellipse">
            <a:avLst/>
          </a:prstGeom>
          <a:solidFill>
            <a:srgbClr val="5CC8D7"/>
          </a:solidFill>
          <a:ln/>
        </p:spPr>
      </p:sp>
      <p:sp>
        <p:nvSpPr>
          <p:cNvPr id="41" name="Text 38"/>
          <p:cNvSpPr/>
          <p:nvPr/>
        </p:nvSpPr>
        <p:spPr>
          <a:xfrm>
            <a:off x="4843272" y="514883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8095488" y="1783080"/>
            <a:ext cx="3453384" cy="416052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43" name="Shape 40"/>
          <p:cNvSpPr/>
          <p:nvPr/>
        </p:nvSpPr>
        <p:spPr>
          <a:xfrm>
            <a:off x="8324088" y="1965960"/>
            <a:ext cx="1159459" cy="274320"/>
          </a:xfrm>
          <a:prstGeom prst="rect">
            <a:avLst/>
          </a:prstGeom>
          <a:ln w="12700">
            <a:solidFill>
              <a:srgbClr val="929AA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4088" y="196596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324088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324088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324088" y="4130421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570976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324088" y="4352925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570976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324088" y="4575429"/>
            <a:ext cx="118872" cy="118872"/>
          </a:xfrm>
          <a:prstGeom prst="ellipse">
            <a:avLst/>
          </a:prstGeom>
          <a:ln w="19050">
            <a:solidFill>
              <a:srgbClr val="929AA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570976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3794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4525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16992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322478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868680" y="383209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4556760"/>
            <a:ext cx="2926080" cy="12039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611624"/>
            <a:ext cx="2468880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68680" y="5218938"/>
            <a:ext cx="2468880" cy="481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840480" y="17830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0" name="Text 17"/>
          <p:cNvSpPr/>
          <p:nvPr/>
        </p:nvSpPr>
        <p:spPr>
          <a:xfrm>
            <a:off x="4069080" y="18928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69080" y="21945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23" name="Text 20"/>
          <p:cNvSpPr/>
          <p:nvPr/>
        </p:nvSpPr>
        <p:spPr>
          <a:xfrm>
            <a:off x="10402214" y="18928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840480" y="31546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5" name="Text 22"/>
          <p:cNvSpPr/>
          <p:nvPr/>
        </p:nvSpPr>
        <p:spPr>
          <a:xfrm>
            <a:off x="4069080" y="32644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069080" y="35661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ln w="12700">
            <a:solidFill>
              <a:srgbClr val="F2B13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597542" y="3264408"/>
            <a:ext cx="1722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840480" y="4526280"/>
            <a:ext cx="7708392" cy="123444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0" name="Text 27"/>
          <p:cNvSpPr/>
          <p:nvPr/>
        </p:nvSpPr>
        <p:spPr>
          <a:xfrm>
            <a:off x="4069080" y="4636008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069080" y="4937760"/>
            <a:ext cx="7251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3" name="Text 30"/>
          <p:cNvSpPr/>
          <p:nvPr/>
        </p:nvSpPr>
        <p:spPr>
          <a:xfrm>
            <a:off x="10402214" y="4636008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840480" y="585216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Shape 8"/>
          <p:cNvSpPr/>
          <p:nvPr/>
        </p:nvSpPr>
        <p:spPr>
          <a:xfrm>
            <a:off x="640080" y="1783080"/>
            <a:ext cx="5317236" cy="7315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and risks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14400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417320" y="2606040"/>
            <a:ext cx="4265676" cy="953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231636" y="1783080"/>
            <a:ext cx="5317236" cy="251587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1783080"/>
            <a:ext cx="5317236" cy="73152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2011680"/>
            <a:ext cx="4768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needed</a:t>
            </a:r>
            <a:pPr indent="0" marL="0">
              <a:buNone/>
            </a:pPr>
            <a:r>
              <a:rPr lang="en-US" sz="17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0595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008876" y="2606040"/>
            <a:ext cx="4265676" cy="137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B9BF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8680" y="21854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" y="244144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480560" y="18745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480560" y="24414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80560" y="278892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7" name="Shape 14"/>
          <p:cNvSpPr/>
          <p:nvPr/>
        </p:nvSpPr>
        <p:spPr>
          <a:xfrm>
            <a:off x="4480560" y="2788920"/>
            <a:ext cx="1261872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8" name="Shape 15"/>
          <p:cNvSpPr/>
          <p:nvPr/>
        </p:nvSpPr>
        <p:spPr>
          <a:xfrm>
            <a:off x="6903720" y="19842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19" name="Text 16"/>
          <p:cNvSpPr/>
          <p:nvPr/>
        </p:nvSpPr>
        <p:spPr>
          <a:xfrm>
            <a:off x="7104888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03720" y="235000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21" name="Text 18"/>
          <p:cNvSpPr/>
          <p:nvPr/>
        </p:nvSpPr>
        <p:spPr>
          <a:xfrm>
            <a:off x="7104888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111996" y="198424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13164" y="19202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111996" y="235000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13164" y="228600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324612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33375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68680" y="364845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68680" y="390448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8056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800" dirty="0"/>
          </a:p>
        </p:txBody>
      </p:sp>
      <p:sp>
        <p:nvSpPr>
          <p:cNvPr id="31" name="Text 28"/>
          <p:cNvSpPr/>
          <p:nvPr/>
        </p:nvSpPr>
        <p:spPr>
          <a:xfrm>
            <a:off x="4480560" y="39044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480560" y="425196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3" name="Shape 30"/>
          <p:cNvSpPr/>
          <p:nvPr/>
        </p:nvSpPr>
        <p:spPr>
          <a:xfrm>
            <a:off x="4480560" y="4251960"/>
            <a:ext cx="1472184" cy="73152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4" name="Shape 31"/>
          <p:cNvSpPr/>
          <p:nvPr/>
        </p:nvSpPr>
        <p:spPr>
          <a:xfrm>
            <a:off x="6903720" y="344728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5" name="Text 32"/>
          <p:cNvSpPr/>
          <p:nvPr/>
        </p:nvSpPr>
        <p:spPr>
          <a:xfrm>
            <a:off x="7104888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03720" y="3813048"/>
            <a:ext cx="109728" cy="109728"/>
          </a:xfrm>
          <a:prstGeom prst="rect">
            <a:avLst/>
          </a:prstGeom>
          <a:solidFill>
            <a:srgbClr val="5CC8D7"/>
          </a:solidFill>
          <a:ln/>
        </p:spPr>
      </p:sp>
      <p:sp>
        <p:nvSpPr>
          <p:cNvPr id="37" name="Text 34"/>
          <p:cNvSpPr/>
          <p:nvPr/>
        </p:nvSpPr>
        <p:spPr>
          <a:xfrm>
            <a:off x="7104888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111996" y="3447288"/>
            <a:ext cx="109728" cy="109728"/>
          </a:xfrm>
          <a:prstGeom prst="rect">
            <a:avLst/>
          </a:prstGeom>
          <a:ln w="15875">
            <a:solidFill>
              <a:srgbClr val="5CC8D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13164" y="33832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111996" y="3813048"/>
            <a:ext cx="109728" cy="109728"/>
          </a:xfrm>
          <a:prstGeom prst="rect">
            <a:avLst/>
          </a:prstGeom>
          <a:ln w="15875">
            <a:solidFill>
              <a:srgbClr val="929AA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13164" y="374904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40080" y="4709160"/>
            <a:ext cx="10908792" cy="12801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43" name="Text 40"/>
          <p:cNvSpPr/>
          <p:nvPr/>
        </p:nvSpPr>
        <p:spPr>
          <a:xfrm>
            <a:off x="868680" y="4800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868680" y="511149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367528"/>
            <a:ext cx="32918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48056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2800" dirty="0"/>
          </a:p>
        </p:txBody>
      </p:sp>
      <p:sp>
        <p:nvSpPr>
          <p:cNvPr id="47" name="Text 44"/>
          <p:cNvSpPr/>
          <p:nvPr/>
        </p:nvSpPr>
        <p:spPr>
          <a:xfrm>
            <a:off x="4480560" y="53675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480560" y="5715000"/>
            <a:ext cx="2103120" cy="73152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49" name="Shape 46"/>
          <p:cNvSpPr/>
          <p:nvPr/>
        </p:nvSpPr>
        <p:spPr>
          <a:xfrm>
            <a:off x="4480560" y="5715000"/>
            <a:ext cx="1577340" cy="73152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0" name="Shape 47"/>
          <p:cNvSpPr/>
          <p:nvPr/>
        </p:nvSpPr>
        <p:spPr>
          <a:xfrm>
            <a:off x="6903720" y="491032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1" name="Text 48"/>
          <p:cNvSpPr/>
          <p:nvPr/>
        </p:nvSpPr>
        <p:spPr>
          <a:xfrm>
            <a:off x="7104888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903720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3" name="Text 50"/>
          <p:cNvSpPr/>
          <p:nvPr/>
        </p:nvSpPr>
        <p:spPr>
          <a:xfrm>
            <a:off x="7104888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111996" y="4910328"/>
            <a:ext cx="109728" cy="109728"/>
          </a:xfrm>
          <a:prstGeom prst="rect">
            <a:avLst/>
          </a:prstGeom>
          <a:ln w="15875">
            <a:solidFill>
              <a:srgbClr val="A99B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9313164" y="484632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9111996" y="5276088"/>
            <a:ext cx="109728" cy="109728"/>
          </a:xfrm>
          <a:prstGeom prst="rect">
            <a:avLst/>
          </a:prstGeom>
          <a:solidFill>
            <a:srgbClr val="A99BFF"/>
          </a:solidFill>
          <a:ln/>
        </p:spPr>
      </p:sp>
      <p:sp>
        <p:nvSpPr>
          <p:cNvPr id="57" name="Text 54"/>
          <p:cNvSpPr/>
          <p:nvPr/>
        </p:nvSpPr>
        <p:spPr>
          <a:xfrm>
            <a:off x="9313164" y="5212080"/>
            <a:ext cx="18882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640080" y="605332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868680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37304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4" name="Text 11"/>
          <p:cNvSpPr/>
          <p:nvPr/>
        </p:nvSpPr>
        <p:spPr>
          <a:xfrm>
            <a:off x="4565904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4565904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34528" y="1783080"/>
            <a:ext cx="3514344" cy="105156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7" name="Text 14"/>
          <p:cNvSpPr/>
          <p:nvPr/>
        </p:nvSpPr>
        <p:spPr>
          <a:xfrm>
            <a:off x="8263128" y="1856232"/>
            <a:ext cx="3057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8263128" y="2459736"/>
            <a:ext cx="305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3017520"/>
          <a:ext cx="1090879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81328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81328"/>
            <a:ext cx="12191695" cy="36576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77272" y="274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i="1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8" name="Image 0" descr="/var/folders/lw/rmylcyvd5rjfxk9g1z9rrm8w0000gq/T/showship-deck-EGIwvT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966960" y="6446520"/>
            <a:ext cx="1581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Showship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E323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66160" y="1783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0" y="1783080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262872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2402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22402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22402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303520" y="22402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447934" y="25603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1546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154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C8D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566160" y="31546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303520" y="31546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ln w="12700">
            <a:solidFill>
              <a:srgbClr val="5CC8D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447934" y="3474720"/>
            <a:ext cx="91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C8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4069080"/>
            <a:ext cx="10908792" cy="914400"/>
          </a:xfrm>
          <a:prstGeom prst="rect">
            <a:avLst/>
          </a:prstGeom>
          <a:solidFill>
            <a:srgbClr val="23262C"/>
          </a:solidFill>
          <a:ln/>
        </p:spPr>
      </p:sp>
      <p:sp>
        <p:nvSpPr>
          <p:cNvPr id="28" name="Text 25"/>
          <p:cNvSpPr/>
          <p:nvPr/>
        </p:nvSpPr>
        <p:spPr>
          <a:xfrm>
            <a:off x="822960" y="4069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9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66160" y="40690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5303520" y="40690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ln w="12700">
            <a:solidFill>
              <a:srgbClr val="A99B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0206533" y="4389120"/>
            <a:ext cx="1159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rgbClr val="12161C"/>
          </a:solidFill>
          <a:ln/>
        </p:spPr>
      </p:sp>
      <p:sp>
        <p:nvSpPr>
          <p:cNvPr id="34" name="Text 31"/>
          <p:cNvSpPr/>
          <p:nvPr/>
        </p:nvSpPr>
        <p:spPr>
          <a:xfrm>
            <a:off x="822960" y="49834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3566160" y="498348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5303520" y="498348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769803" y="5303520"/>
            <a:ext cx="596189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38" name="Text 35"/>
          <p:cNvSpPr/>
          <p:nvPr/>
        </p:nvSpPr>
        <p:spPr>
          <a:xfrm>
            <a:off x="10769803" y="5303520"/>
            <a:ext cx="596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1097280"/>
            <a:ext cx="3685032" cy="274320"/>
          </a:xfrm>
          <a:prstGeom prst="rect">
            <a:avLst/>
          </a:prstGeom>
          <a:solidFill>
            <a:srgbClr val="F2B134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0" y="1810512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2523744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3236976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1" name="Shape 9"/>
          <p:cNvSpPr/>
          <p:nvPr/>
        </p:nvSpPr>
        <p:spPr>
          <a:xfrm>
            <a:off x="7863840" y="3950208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36393E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0" y="4663440"/>
            <a:ext cx="3685032" cy="274320"/>
          </a:xfrm>
          <a:prstGeom prst="rect">
            <a:avLst/>
          </a:prstGeom>
          <a:solidFill>
            <a:srgbClr val="B9BFC9"/>
          </a:solidFill>
          <a:ln/>
        </p:spPr>
      </p:sp>
      <p:pic>
        <p:nvPicPr>
          <p:cNvPr id="14" name="Image 0" descr="/var/folders/lw/rmylcyvd5rjfxk9g1z9rrm8w0000gq/T/showship-deck-EGIwvT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17" name="Text 14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2B1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4649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Maya Lin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2026-10-11T14:06:37Z</dcterms:created>
  <dcterms:modified xsi:type="dcterms:W3CDTF">2026-10-11T14:06:37Z</dcterms:modified>
</cp:coreProperties>
</file>