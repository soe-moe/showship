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B9B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5CC8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6B74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F4F0E8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0E8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F4F0E8"/>
              </a:solidFill>
              <a:latin typeface="Georgia"/>
              <a:cs typeface="Georg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810512"/>
            <a:ext cx="3021726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523744"/>
            <a:ext cx="2432121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3236976"/>
            <a:ext cx="1916217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3950208"/>
            <a:ext cx="140031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4663440"/>
            <a:ext cx="884408" cy="274320"/>
          </a:xfrm>
          <a:prstGeom prst="rect">
            <a:avLst/>
          </a:prstGeom>
          <a:solidFill>
            <a:srgbClr val="B9BFC9"/>
          </a:solidFill>
          <a:ln/>
        </p:spPr>
      </p:sp>
      <p:pic>
        <p:nvPicPr>
          <p:cNvPr id="14" name="Image 0" descr="/var/folders/lw/rmylcyvd5rjfxk9g1z9rrm8w0000gq/T/showship-deck-NYX43H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26517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18" name="Shape 15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4754880" cy="3520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331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914400" y="3520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Account Verified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4069080"/>
            <a:ext cx="998525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069080"/>
            <a:ext cx="998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1783080"/>
            <a:ext cx="5879592" cy="16687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1874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5897880" y="308610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308610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185623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209397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of 8 Phases Complete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0" y="2386584"/>
            <a:ext cx="38679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634740"/>
            <a:ext cx="5879592" cy="16687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5" name="Text 22"/>
          <p:cNvSpPr/>
          <p:nvPr/>
        </p:nvSpPr>
        <p:spPr>
          <a:xfrm>
            <a:off x="5897880" y="37261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897880" y="4937760"/>
            <a:ext cx="918058" cy="274320"/>
          </a:xfrm>
          <a:prstGeom prst="rect">
            <a:avLst/>
          </a:prstGeom>
          <a:ln w="12700">
            <a:solidFill>
              <a:srgbClr val="A99B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493776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370789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0" y="394563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Workstreams Complete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498080" y="4238244"/>
            <a:ext cx="38679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5532120"/>
            <a:ext cx="1737360" cy="7315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5532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377440" y="5532120"/>
            <a:ext cx="9171432" cy="73152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4" name="Text 31"/>
          <p:cNvSpPr/>
          <p:nvPr/>
        </p:nvSpPr>
        <p:spPr>
          <a:xfrm>
            <a:off x="2606040" y="5532120"/>
            <a:ext cx="8732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987077" y="1783080"/>
            <a:ext cx="1561795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1" name="Text 8"/>
          <p:cNvSpPr/>
          <p:nvPr/>
        </p:nvSpPr>
        <p:spPr>
          <a:xfrm>
            <a:off x="9987077" y="178308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published under the company's own verified account, ready for beta testers.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4400" y="4343400"/>
            <a:ext cx="10360152" cy="0"/>
          </a:xfrm>
          <a:prstGeom prst="line">
            <a:avLst/>
          </a:prstGeom>
          <a:noFill/>
          <a:ln w="31750">
            <a:solidFill>
              <a:srgbClr val="46494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914400" y="4343400"/>
            <a:ext cx="10360152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274320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206240"/>
            <a:ext cx="274320" cy="2743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7" name="Text 14"/>
          <p:cNvSpPr/>
          <p:nvPr/>
        </p:nvSpPr>
        <p:spPr>
          <a:xfrm>
            <a:off x="1042416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42416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67784" y="448056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30624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2" name="Text 19"/>
          <p:cNvSpPr/>
          <p:nvPr/>
        </p:nvSpPr>
        <p:spPr>
          <a:xfrm>
            <a:off x="4495800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95800" y="4873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Received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495800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21168" y="274320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84008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7" name="Text 24"/>
          <p:cNvSpPr/>
          <p:nvPr/>
        </p:nvSpPr>
        <p:spPr>
          <a:xfrm>
            <a:off x="7949184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49184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Verified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949184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1274552" y="448056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137392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2" name="Text 29"/>
          <p:cNvSpPr/>
          <p:nvPr/>
        </p:nvSpPr>
        <p:spPr>
          <a:xfrm>
            <a:off x="8037576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37576" y="4873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TestFlight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037576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6217920" cy="41148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12776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0"/>
          <p:cNvSpPr/>
          <p:nvPr/>
        </p:nvSpPr>
        <p:spPr>
          <a:xfrm>
            <a:off x="1127760" y="3291840"/>
            <a:ext cx="1097280" cy="11887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Progress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80416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320040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8" name="Shape 15"/>
          <p:cNvSpPr/>
          <p:nvPr/>
        </p:nvSpPr>
        <p:spPr>
          <a:xfrm>
            <a:off x="3200400" y="3383280"/>
            <a:ext cx="1097280" cy="109728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9" name="Text 16"/>
          <p:cNvSpPr/>
          <p:nvPr/>
        </p:nvSpPr>
        <p:spPr>
          <a:xfrm>
            <a:off x="280416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80416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7680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400" dirty="0"/>
          </a:p>
        </p:txBody>
      </p:sp>
      <p:sp>
        <p:nvSpPr>
          <p:cNvPr id="22" name="Shape 19"/>
          <p:cNvSpPr/>
          <p:nvPr/>
        </p:nvSpPr>
        <p:spPr>
          <a:xfrm>
            <a:off x="527304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3" name="Shape 20"/>
          <p:cNvSpPr/>
          <p:nvPr/>
        </p:nvSpPr>
        <p:spPr>
          <a:xfrm>
            <a:off x="5273040" y="3200400"/>
            <a:ext cx="1097280" cy="128016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24" name="Text 21"/>
          <p:cNvSpPr/>
          <p:nvPr/>
        </p:nvSpPr>
        <p:spPr>
          <a:xfrm>
            <a:off x="487680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7680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23760" y="2212848"/>
            <a:ext cx="146304" cy="146304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0" y="1783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052560" y="178308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23760" y="2788920"/>
            <a:ext cx="4325112" cy="0"/>
          </a:xfrm>
          <a:prstGeom prst="line">
            <a:avLst/>
          </a:prstGeom>
          <a:noFill/>
          <a:ln w="9525">
            <a:solidFill>
              <a:srgbClr val="46494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23760" y="3218688"/>
            <a:ext cx="146304" cy="146304"/>
          </a:xfrm>
          <a:prstGeom prst="rect">
            <a:avLst/>
          </a:prstGeom>
          <a:ln w="19050">
            <a:solidFill>
              <a:srgbClr val="F2B13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052560" y="278892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223760" y="3794760"/>
            <a:ext cx="4325112" cy="0"/>
          </a:xfrm>
          <a:prstGeom prst="line">
            <a:avLst/>
          </a:prstGeom>
          <a:noFill/>
          <a:ln w="9525">
            <a:solidFill>
              <a:srgbClr val="46494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23760" y="4224528"/>
            <a:ext cx="146304" cy="146304"/>
          </a:xfrm>
          <a:prstGeom prst="rect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89520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9052560" y="379476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37360"/>
            <a:ext cx="10908792" cy="22402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828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17627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181051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2468880"/>
            <a:ext cx="2521458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27298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7298" y="2468880"/>
            <a:ext cx="2521458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0" name="Text 17"/>
          <p:cNvSpPr/>
          <p:nvPr/>
        </p:nvSpPr>
        <p:spPr>
          <a:xfrm>
            <a:off x="3527298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27298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0196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0196" y="2468880"/>
            <a:ext cx="1008583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4" name="Text 21"/>
          <p:cNvSpPr/>
          <p:nvPr/>
        </p:nvSpPr>
        <p:spPr>
          <a:xfrm>
            <a:off x="6140196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140196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53094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7" name="Text 24"/>
          <p:cNvSpPr/>
          <p:nvPr/>
        </p:nvSpPr>
        <p:spPr>
          <a:xfrm>
            <a:off x="8753094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53094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14400" y="370332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114800"/>
            <a:ext cx="10908792" cy="22402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206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14400" y="45537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63840" y="41879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914400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5" name="Shape 32"/>
          <p:cNvSpPr/>
          <p:nvPr/>
        </p:nvSpPr>
        <p:spPr>
          <a:xfrm>
            <a:off x="914400" y="4846320"/>
            <a:ext cx="2521458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14400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527298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9" name="Shape 36"/>
          <p:cNvSpPr/>
          <p:nvPr/>
        </p:nvSpPr>
        <p:spPr>
          <a:xfrm>
            <a:off x="3527298" y="4846320"/>
            <a:ext cx="2521458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40" name="Text 37"/>
          <p:cNvSpPr/>
          <p:nvPr/>
        </p:nvSpPr>
        <p:spPr>
          <a:xfrm>
            <a:off x="3527298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3527298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40196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3" name="Text 40"/>
          <p:cNvSpPr/>
          <p:nvPr/>
        </p:nvSpPr>
        <p:spPr>
          <a:xfrm>
            <a:off x="6140196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140196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753094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6" name="Shape 43"/>
          <p:cNvSpPr/>
          <p:nvPr/>
        </p:nvSpPr>
        <p:spPr>
          <a:xfrm>
            <a:off x="8753094" y="4846320"/>
            <a:ext cx="2017166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47" name="Text 44"/>
          <p:cNvSpPr/>
          <p:nvPr/>
        </p:nvSpPr>
        <p:spPr>
          <a:xfrm>
            <a:off x="8753094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753094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14400" y="608076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1965960"/>
            <a:ext cx="1159459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96596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5CC8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8" name="Shape 25"/>
          <p:cNvSpPr/>
          <p:nvPr/>
        </p:nvSpPr>
        <p:spPr>
          <a:xfrm>
            <a:off x="4596384" y="1965960"/>
            <a:ext cx="998525" cy="27432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9" name="Text 26"/>
          <p:cNvSpPr/>
          <p:nvPr/>
        </p:nvSpPr>
        <p:spPr>
          <a:xfrm>
            <a:off x="4596384" y="1965960"/>
            <a:ext cx="998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5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7" name="Text 34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9" name="Text 36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41" name="Text 38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43" name="Shape 40"/>
          <p:cNvSpPr/>
          <p:nvPr/>
        </p:nvSpPr>
        <p:spPr>
          <a:xfrm>
            <a:off x="8324088" y="1965960"/>
            <a:ext cx="1159459" cy="274320"/>
          </a:xfrm>
          <a:prstGeom prst="rect">
            <a:avLst/>
          </a:prstGeom>
          <a:ln w="12700">
            <a:solidFill>
              <a:srgbClr val="929AA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24088" y="196596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3794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" y="244525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16992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22478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68680" y="383209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55676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61162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68680" y="521893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840480" y="17830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0" name="Text 17"/>
          <p:cNvSpPr/>
          <p:nvPr/>
        </p:nvSpPr>
        <p:spPr>
          <a:xfrm>
            <a:off x="4069080" y="18928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Reminders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069080" y="21945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402214" y="1892808"/>
            <a:ext cx="918058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3" name="Text 20"/>
          <p:cNvSpPr/>
          <p:nvPr/>
        </p:nvSpPr>
        <p:spPr>
          <a:xfrm>
            <a:off x="10402214" y="1892808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40480" y="31546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5" name="Text 22"/>
          <p:cNvSpPr/>
          <p:nvPr/>
        </p:nvSpPr>
        <p:spPr>
          <a:xfrm>
            <a:off x="4069080" y="32644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069080" y="35661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97542" y="3264408"/>
            <a:ext cx="1722730" cy="274320"/>
          </a:xfrm>
          <a:prstGeom prst="rect">
            <a:avLst/>
          </a:prstGeom>
          <a:ln w="12700">
            <a:solidFill>
              <a:srgbClr val="F2B13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97542" y="3264408"/>
            <a:ext cx="1722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40480" y="45262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0" name="Text 27"/>
          <p:cNvSpPr/>
          <p:nvPr/>
        </p:nvSpPr>
        <p:spPr>
          <a:xfrm>
            <a:off x="4069080" y="46360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069080" y="49377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402214" y="4636008"/>
            <a:ext cx="918058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3" name="Text 30"/>
          <p:cNvSpPr/>
          <p:nvPr/>
        </p:nvSpPr>
        <p:spPr>
          <a:xfrm>
            <a:off x="10402214" y="4636008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840480" y="5852160"/>
            <a:ext cx="7708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5317236" cy="251587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1783080"/>
            <a:ext cx="5317236" cy="7315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and risks</a:t>
            </a:r>
            <a:pPr indent="0" marL="0">
              <a:buNone/>
            </a:pPr>
            <a:r>
              <a:rPr lang="en-US" sz="17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17320" y="2606040"/>
            <a:ext cx="4265676" cy="95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B9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31636" y="1783080"/>
            <a:ext cx="5317236" cy="251587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1783080"/>
            <a:ext cx="5317236" cy="7315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needed</a:t>
            </a:r>
            <a:pPr indent="0" marL="0">
              <a:buNone/>
            </a:pPr>
            <a:r>
              <a:rPr lang="en-US" sz="17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0595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008876" y="2606040"/>
            <a:ext cx="4265676" cy="1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B9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21854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44144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805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48056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done, 2 open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78892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0560" y="2788920"/>
            <a:ext cx="1261872" cy="73152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198424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9" name="Text 16"/>
          <p:cNvSpPr/>
          <p:nvPr/>
        </p:nvSpPr>
        <p:spPr>
          <a:xfrm>
            <a:off x="7104888" y="19202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235000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1" name="Text 18"/>
          <p:cNvSpPr/>
          <p:nvPr/>
        </p:nvSpPr>
        <p:spPr>
          <a:xfrm>
            <a:off x="7104888" y="228600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11996" y="1984248"/>
            <a:ext cx="109728" cy="109728"/>
          </a:xfrm>
          <a:prstGeom prst="rect">
            <a:avLst/>
          </a:prstGeom>
          <a:ln w="15875">
            <a:solidFill>
              <a:srgbClr val="5CC8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13164" y="19202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11996" y="2350008"/>
            <a:ext cx="109728" cy="109728"/>
          </a:xfrm>
          <a:prstGeom prst="rect">
            <a:avLst/>
          </a:prstGeom>
          <a:ln w="15875">
            <a:solidFill>
              <a:srgbClr val="929A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13164" y="228600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24612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68680" y="3648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90448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8056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448056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done, 1 open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425196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3" name="Shape 30"/>
          <p:cNvSpPr/>
          <p:nvPr/>
        </p:nvSpPr>
        <p:spPr>
          <a:xfrm>
            <a:off x="4480560" y="4251960"/>
            <a:ext cx="1472184" cy="73152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4" name="Shape 31"/>
          <p:cNvSpPr/>
          <p:nvPr/>
        </p:nvSpPr>
        <p:spPr>
          <a:xfrm>
            <a:off x="6903720" y="344728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5" name="Text 32"/>
          <p:cNvSpPr/>
          <p:nvPr/>
        </p:nvSpPr>
        <p:spPr>
          <a:xfrm>
            <a:off x="7104888" y="33832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03720" y="381304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7" name="Text 34"/>
          <p:cNvSpPr/>
          <p:nvPr/>
        </p:nvSpPr>
        <p:spPr>
          <a:xfrm>
            <a:off x="7104888" y="37490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111996" y="3447288"/>
            <a:ext cx="109728" cy="109728"/>
          </a:xfrm>
          <a:prstGeom prst="rect">
            <a:avLst/>
          </a:prstGeom>
          <a:ln w="15875">
            <a:solidFill>
              <a:srgbClr val="5CC8D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13164" y="33832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111996" y="3813048"/>
            <a:ext cx="109728" cy="109728"/>
          </a:xfrm>
          <a:prstGeom prst="rect">
            <a:avLst/>
          </a:prstGeom>
          <a:ln w="15875">
            <a:solidFill>
              <a:srgbClr val="929A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313164" y="37490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470916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43" name="Text 40"/>
          <p:cNvSpPr/>
          <p:nvPr/>
        </p:nvSpPr>
        <p:spPr>
          <a:xfrm>
            <a:off x="86868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68680" y="5111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68680" y="536752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48056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47" name="Text 44"/>
          <p:cNvSpPr/>
          <p:nvPr/>
        </p:nvSpPr>
        <p:spPr>
          <a:xfrm>
            <a:off x="4480560" y="5367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done, 1 open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480560" y="571500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9" name="Shape 46"/>
          <p:cNvSpPr/>
          <p:nvPr/>
        </p:nvSpPr>
        <p:spPr>
          <a:xfrm>
            <a:off x="4480560" y="5715000"/>
            <a:ext cx="1577340" cy="73152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0" name="Shape 47"/>
          <p:cNvSpPr/>
          <p:nvPr/>
        </p:nvSpPr>
        <p:spPr>
          <a:xfrm>
            <a:off x="6903720" y="491032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1" name="Text 48"/>
          <p:cNvSpPr/>
          <p:nvPr/>
        </p:nvSpPr>
        <p:spPr>
          <a:xfrm>
            <a:off x="7104888" y="484632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903720" y="527608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3" name="Text 50"/>
          <p:cNvSpPr/>
          <p:nvPr/>
        </p:nvSpPr>
        <p:spPr>
          <a:xfrm>
            <a:off x="7104888" y="52120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111996" y="4910328"/>
            <a:ext cx="109728" cy="109728"/>
          </a:xfrm>
          <a:prstGeom prst="rect">
            <a:avLst/>
          </a:prstGeom>
          <a:ln w="15875">
            <a:solidFill>
              <a:srgbClr val="A99B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313164" y="484632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111996" y="527608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7" name="Text 54"/>
          <p:cNvSpPr/>
          <p:nvPr/>
        </p:nvSpPr>
        <p:spPr>
          <a:xfrm>
            <a:off x="9313164" y="52120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40080" y="60533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7304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4" name="Text 11"/>
          <p:cNvSpPr/>
          <p:nvPr/>
        </p:nvSpPr>
        <p:spPr>
          <a:xfrm>
            <a:off x="4565904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4565904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34528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7" name="Text 14"/>
          <p:cNvSpPr/>
          <p:nvPr/>
        </p:nvSpPr>
        <p:spPr>
          <a:xfrm>
            <a:off x="8263128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263128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017520"/>
          <a:ext cx="1090879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NYX43H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2E323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178308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62872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240280"/>
            <a:ext cx="10908792" cy="9144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2240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03520" y="22402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447934" y="256032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47934" y="256032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3154680"/>
            <a:ext cx="10908792" cy="91440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154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56616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303520" y="31546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0447934" y="347472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47934" y="347472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66160" y="40690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303520" y="40690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0206533" y="4389120"/>
            <a:ext cx="1159459" cy="274320"/>
          </a:xfrm>
          <a:prstGeom prst="rect">
            <a:avLst/>
          </a:prstGeom>
          <a:ln w="12700">
            <a:solidFill>
              <a:srgbClr val="A99B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06533" y="438912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983480"/>
            <a:ext cx="10908792" cy="91440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566160" y="49834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303520" y="49834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769803" y="5303520"/>
            <a:ext cx="596189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8" name="Text 35"/>
          <p:cNvSpPr/>
          <p:nvPr/>
        </p:nvSpPr>
        <p:spPr>
          <a:xfrm>
            <a:off x="10769803" y="5303520"/>
            <a:ext cx="59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pic>
        <p:nvPicPr>
          <p:cNvPr id="14" name="Image 0" descr="/var/folders/lw/rmylcyvd5rjfxk9g1z9rrm8w0000gq/T/showship-deck-NYX43H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64008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2026-10-11T16:36:13Z</dcterms:created>
  <dcterms:modified xsi:type="dcterms:W3CDTF">2026-10-11T16:36:13Z</dcterms:modified>
</cp:coreProperties>
</file>