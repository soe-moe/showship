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9AE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10A6A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EEC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3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SxFlm7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4" y="658368"/>
            <a:ext cx="521232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331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400" dirty="0"/>
          </a:p>
        </p:txBody>
      </p:sp>
      <p:sp>
        <p:nvSpPr>
          <p:cNvPr id="6" name="Text 2"/>
          <p:cNvSpPr/>
          <p:nvPr/>
        </p:nvSpPr>
        <p:spPr>
          <a:xfrm>
            <a:off x="640080" y="2697480"/>
            <a:ext cx="74980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8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2322576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3225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3191256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3191256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52400" dist="38100" dir="5400000">
              <a:srgbClr val="6C4CF5">
                <a:alpha val="12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868680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11" name="Shape 7"/>
          <p:cNvSpPr/>
          <p:nvPr/>
        </p:nvSpPr>
        <p:spPr>
          <a:xfrm>
            <a:off x="987552" y="2148840"/>
            <a:ext cx="109728" cy="109728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12" name="Text 8"/>
          <p:cNvSpPr/>
          <p:nvPr/>
        </p:nvSpPr>
        <p:spPr>
          <a:xfrm>
            <a:off x="1170432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E9E4FE"/>
          </a:solidFill>
          <a:ln/>
        </p:spPr>
      </p:sp>
      <p:sp>
        <p:nvSpPr>
          <p:cNvPr id="14" name="Shape 10"/>
          <p:cNvSpPr/>
          <p:nvPr/>
        </p:nvSpPr>
        <p:spPr>
          <a:xfrm>
            <a:off x="1391412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6C4CF5"/>
          </a:solidFill>
          <a:ln/>
        </p:spPr>
      </p:sp>
      <p:sp>
        <p:nvSpPr>
          <p:cNvPr id="15" name="Text 11"/>
          <p:cNvSpPr/>
          <p:nvPr/>
        </p:nvSpPr>
        <p:spPr>
          <a:xfrm>
            <a:off x="1391412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3000" dirty="0"/>
          </a:p>
        </p:txBody>
      </p:sp>
      <p:sp>
        <p:nvSpPr>
          <p:cNvPr id="16" name="Shape 12"/>
          <p:cNvSpPr/>
          <p:nvPr/>
        </p:nvSpPr>
        <p:spPr>
          <a:xfrm>
            <a:off x="1864614" y="3657600"/>
            <a:ext cx="97383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7" name="Text 13"/>
          <p:cNvSpPr/>
          <p:nvPr/>
        </p:nvSpPr>
        <p:spPr>
          <a:xfrm>
            <a:off x="1864614" y="3657600"/>
            <a:ext cx="9738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914400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450" dirty="0"/>
          </a:p>
        </p:txBody>
      </p:sp>
      <p:sp>
        <p:nvSpPr>
          <p:cNvPr id="19" name="Text 15"/>
          <p:cNvSpPr/>
          <p:nvPr/>
        </p:nvSpPr>
        <p:spPr>
          <a:xfrm>
            <a:off x="914400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383024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C3E9E7"/>
            </a:solidFill>
            <a:prstDash val="solid"/>
          </a:ln>
          <a:effectLst>
            <a:outerShdw sx="100000" sy="100000" kx="0" ky="0" algn="bl" rotWithShape="0" blurRad="152400" dist="38100" dir="5400000">
              <a:srgbClr val="10A6A0">
                <a:alpha val="1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4611624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E2F4F4"/>
          </a:solidFill>
          <a:ln/>
        </p:spPr>
      </p:sp>
      <p:sp>
        <p:nvSpPr>
          <p:cNvPr id="22" name="Shape 18"/>
          <p:cNvSpPr/>
          <p:nvPr/>
        </p:nvSpPr>
        <p:spPr>
          <a:xfrm>
            <a:off x="4730496" y="2148840"/>
            <a:ext cx="109728" cy="1097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4913376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25" name="Shape 21"/>
          <p:cNvSpPr/>
          <p:nvPr/>
        </p:nvSpPr>
        <p:spPr>
          <a:xfrm>
            <a:off x="5134356" y="2560320"/>
            <a:ext cx="1920240" cy="192024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26" name="Text 22"/>
          <p:cNvSpPr/>
          <p:nvPr/>
        </p:nvSpPr>
        <p:spPr>
          <a:xfrm>
            <a:off x="5134356" y="2963570"/>
            <a:ext cx="192024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3000" dirty="0"/>
          </a:p>
        </p:txBody>
      </p:sp>
      <p:sp>
        <p:nvSpPr>
          <p:cNvPr id="27" name="Shape 23"/>
          <p:cNvSpPr/>
          <p:nvPr/>
        </p:nvSpPr>
        <p:spPr>
          <a:xfrm>
            <a:off x="5646420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8" name="Text 24"/>
          <p:cNvSpPr/>
          <p:nvPr/>
        </p:nvSpPr>
        <p:spPr>
          <a:xfrm>
            <a:off x="5646420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4657344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450" dirty="0"/>
          </a:p>
        </p:txBody>
      </p:sp>
      <p:sp>
        <p:nvSpPr>
          <p:cNvPr id="30" name="Text 26"/>
          <p:cNvSpPr/>
          <p:nvPr/>
        </p:nvSpPr>
        <p:spPr>
          <a:xfrm>
            <a:off x="4657344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31" name="Shape 27"/>
          <p:cNvSpPr/>
          <p:nvPr/>
        </p:nvSpPr>
        <p:spPr>
          <a:xfrm>
            <a:off x="8125968" y="1783080"/>
            <a:ext cx="3422904" cy="3611880"/>
          </a:xfrm>
          <a:prstGeom prst="roundRect">
            <a:avLst>
              <a:gd name="adj" fmla="val 5877"/>
            </a:avLst>
          </a:prstGeom>
          <a:solidFill>
            <a:srgbClr val="FFFFFF"/>
          </a:solidFill>
          <a:ln w="12700">
            <a:solidFill>
              <a:srgbClr val="FFDAD2"/>
            </a:solidFill>
            <a:prstDash val="solid"/>
          </a:ln>
          <a:effectLst>
            <a:outerShdw sx="100000" sy="100000" kx="0" ky="0" algn="bl" rotWithShape="0" blurRad="152400" dist="38100" dir="5400000">
              <a:srgbClr val="FF6B4A">
                <a:alpha val="12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8354568" y="2011680"/>
            <a:ext cx="2965704" cy="384048"/>
          </a:xfrm>
          <a:prstGeom prst="roundRect">
            <a:avLst>
              <a:gd name="adj" fmla="val 50000"/>
            </a:avLst>
          </a:prstGeom>
          <a:solidFill>
            <a:srgbClr val="FFEDE9"/>
          </a:solidFill>
          <a:ln/>
        </p:spPr>
      </p:sp>
      <p:sp>
        <p:nvSpPr>
          <p:cNvPr id="33" name="Shape 29"/>
          <p:cNvSpPr/>
          <p:nvPr/>
        </p:nvSpPr>
        <p:spPr>
          <a:xfrm>
            <a:off x="8473440" y="2148840"/>
            <a:ext cx="109728" cy="1097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34" name="Text 30"/>
          <p:cNvSpPr/>
          <p:nvPr/>
        </p:nvSpPr>
        <p:spPr>
          <a:xfrm>
            <a:off x="8656320" y="2011680"/>
            <a:ext cx="255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35" name="Text 31"/>
          <p:cNvSpPr/>
          <p:nvPr/>
        </p:nvSpPr>
        <p:spPr>
          <a:xfrm>
            <a:off x="8877300" y="2560320"/>
            <a:ext cx="1920240" cy="7200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3400" dirty="0"/>
          </a:p>
        </p:txBody>
      </p:sp>
      <p:sp>
        <p:nvSpPr>
          <p:cNvPr id="36" name="Shape 32"/>
          <p:cNvSpPr/>
          <p:nvPr/>
        </p:nvSpPr>
        <p:spPr>
          <a:xfrm>
            <a:off x="8959596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7" name="Shape 33"/>
          <p:cNvSpPr/>
          <p:nvPr/>
        </p:nvSpPr>
        <p:spPr>
          <a:xfrm>
            <a:off x="9892284" y="3328416"/>
            <a:ext cx="822960" cy="18288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8" name="Shape 34"/>
          <p:cNvSpPr/>
          <p:nvPr/>
        </p:nvSpPr>
        <p:spPr>
          <a:xfrm>
            <a:off x="9389364" y="365760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9389364" y="365760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40" name="Text 36"/>
          <p:cNvSpPr/>
          <p:nvPr/>
        </p:nvSpPr>
        <p:spPr>
          <a:xfrm>
            <a:off x="8400288" y="4069080"/>
            <a:ext cx="28742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450" dirty="0"/>
          </a:p>
        </p:txBody>
      </p:sp>
      <p:sp>
        <p:nvSpPr>
          <p:cNvPr id="41" name="Text 37"/>
          <p:cNvSpPr/>
          <p:nvPr/>
        </p:nvSpPr>
        <p:spPr>
          <a:xfrm>
            <a:off x="8400288" y="443484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  <p:sp>
        <p:nvSpPr>
          <p:cNvPr id="42" name="Shape 38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17153A"/>
          </a:solidFill>
          <a:ln/>
        </p:spPr>
      </p:sp>
      <p:sp>
        <p:nvSpPr>
          <p:cNvPr id="43" name="Shape 39"/>
          <p:cNvSpPr/>
          <p:nvPr/>
        </p:nvSpPr>
        <p:spPr>
          <a:xfrm>
            <a:off x="731520" y="5669280"/>
            <a:ext cx="1508760" cy="457200"/>
          </a:xfrm>
          <a:prstGeom prst="roundRect">
            <a:avLst>
              <a:gd name="adj" fmla="val 50000"/>
            </a:avLst>
          </a:prstGeom>
          <a:solidFill>
            <a:srgbClr val="FFC94A"/>
          </a:solidFill>
          <a:ln/>
        </p:spPr>
      </p:sp>
      <p:sp>
        <p:nvSpPr>
          <p:cNvPr id="44" name="Text 40"/>
          <p:cNvSpPr/>
          <p:nvPr/>
        </p:nvSpPr>
        <p:spPr>
          <a:xfrm>
            <a:off x="731520" y="5669280"/>
            <a:ext cx="1508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2423160" y="5577840"/>
            <a:ext cx="8961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10030968" y="896112"/>
            <a:ext cx="1517904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10" name="Text 6"/>
          <p:cNvSpPr/>
          <p:nvPr/>
        </p:nvSpPr>
        <p:spPr>
          <a:xfrm>
            <a:off x="10030968" y="896112"/>
            <a:ext cx="1517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SxFlm7/trail_tl_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011680"/>
            <a:ext cx="10908792" cy="164592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1645920" y="2404872"/>
            <a:ext cx="548640" cy="548640"/>
          </a:xfrm>
          <a:prstGeom prst="ellipse">
            <a:avLst/>
          </a:prstGeom>
          <a:solidFill>
            <a:srgbClr val="F0503C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F0503C">
                <a:alpha val="25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1645920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!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640080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40080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1"/>
          <p:cNvSpPr/>
          <p:nvPr/>
        </p:nvSpPr>
        <p:spPr>
          <a:xfrm>
            <a:off x="640080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4429658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18" name="Text 13"/>
          <p:cNvSpPr/>
          <p:nvPr/>
        </p:nvSpPr>
        <p:spPr>
          <a:xfrm>
            <a:off x="4429658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3423818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3423818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3423818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7213397" y="2404872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3" name="Text 18"/>
          <p:cNvSpPr/>
          <p:nvPr/>
        </p:nvSpPr>
        <p:spPr>
          <a:xfrm>
            <a:off x="7213397" y="240487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4" name="Text 19"/>
          <p:cNvSpPr/>
          <p:nvPr/>
        </p:nvSpPr>
        <p:spPr>
          <a:xfrm>
            <a:off x="6207557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6207557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207557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9997135" y="2807208"/>
            <a:ext cx="548640" cy="548640"/>
          </a:xfrm>
          <a:prstGeom prst="ellipse">
            <a:avLst/>
          </a:prstGeom>
          <a:solidFill>
            <a:srgbClr val="6C4CF5"/>
          </a:solidFill>
          <a:ln w="381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6C4CF5">
                <a:alpha val="25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9997135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8991295" y="3794760"/>
            <a:ext cx="2560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8991295" y="405079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31" name="Text 26"/>
          <p:cNvSpPr/>
          <p:nvPr/>
        </p:nvSpPr>
        <p:spPr>
          <a:xfrm>
            <a:off x="8991295" y="44348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  <p:sp>
        <p:nvSpPr>
          <p:cNvPr id="32" name="Shape 27"/>
          <p:cNvSpPr/>
          <p:nvPr/>
        </p:nvSpPr>
        <p:spPr>
          <a:xfrm>
            <a:off x="640080" y="5577840"/>
            <a:ext cx="10908792" cy="640080"/>
          </a:xfrm>
          <a:prstGeom prst="roundRect">
            <a:avLst>
              <a:gd name="adj" fmla="val 50000"/>
            </a:avLst>
          </a:prstGeom>
          <a:solidFill>
            <a:srgbClr val="EDEAFE"/>
          </a:solidFill>
          <a:ln/>
        </p:spPr>
      </p:sp>
      <p:sp>
        <p:nvSpPr>
          <p:cNvPr id="33" name="Shape 28"/>
          <p:cNvSpPr/>
          <p:nvPr/>
        </p:nvSpPr>
        <p:spPr>
          <a:xfrm>
            <a:off x="731520" y="5669280"/>
            <a:ext cx="1783080" cy="45720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34" name="Text 29"/>
          <p:cNvSpPr/>
          <p:nvPr/>
        </p:nvSpPr>
        <p:spPr>
          <a:xfrm>
            <a:off x="731520" y="56692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Business impact</a:t>
            </a:r>
            <a:endParaRPr lang="en-US" sz="1100" dirty="0"/>
          </a:p>
        </p:txBody>
      </p:sp>
      <p:sp>
        <p:nvSpPr>
          <p:cNvPr id="35" name="Text 30"/>
          <p:cNvSpPr/>
          <p:nvPr/>
        </p:nvSpPr>
        <p:spPr>
          <a:xfrm>
            <a:off x="2697480" y="5577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484632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1" name="Shape 7"/>
          <p:cNvSpPr/>
          <p:nvPr/>
        </p:nvSpPr>
        <p:spPr>
          <a:xfrm>
            <a:off x="1371600" y="2606040"/>
            <a:ext cx="3383280" cy="3383280"/>
          </a:xfrm>
          <a:prstGeom prst="blockArc">
            <a:avLst>
              <a:gd name="adj1" fmla="val 10800000"/>
              <a:gd name="adj2" fmla="val 1782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2" name="Text 8"/>
          <p:cNvSpPr/>
          <p:nvPr/>
        </p:nvSpPr>
        <p:spPr>
          <a:xfrm>
            <a:off x="1371600" y="3200400"/>
            <a:ext cx="3383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800" dirty="0"/>
          </a:p>
        </p:txBody>
      </p:sp>
      <p:sp>
        <p:nvSpPr>
          <p:cNvPr id="13" name="Text 9"/>
          <p:cNvSpPr/>
          <p:nvPr/>
        </p:nvSpPr>
        <p:spPr>
          <a:xfrm>
            <a:off x="914400" y="457200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700" dirty="0"/>
          </a:p>
        </p:txBody>
      </p:sp>
      <p:sp>
        <p:nvSpPr>
          <p:cNvPr id="14" name="Text 10"/>
          <p:cNvSpPr/>
          <p:nvPr/>
        </p:nvSpPr>
        <p:spPr>
          <a:xfrm>
            <a:off x="914400" y="49834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914400" y="5669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= average completion of each track's four phases.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760720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F2F1"/>
          </a:solidFill>
          <a:ln/>
        </p:spPr>
      </p:sp>
      <p:sp>
        <p:nvSpPr>
          <p:cNvPr id="18" name="Shape 14"/>
          <p:cNvSpPr/>
          <p:nvPr/>
        </p:nvSpPr>
        <p:spPr>
          <a:xfrm>
            <a:off x="6361938" y="2331720"/>
            <a:ext cx="1554480" cy="1554480"/>
          </a:xfrm>
          <a:prstGeom prst="blockArc">
            <a:avLst>
              <a:gd name="adj1" fmla="val 10800000"/>
              <a:gd name="adj2" fmla="val 17280000"/>
              <a:gd name="adj3" fmla="val 11000"/>
            </a:avLst>
          </a:prstGeom>
          <a:solidFill>
            <a:srgbClr val="10A6A0"/>
          </a:solidFill>
          <a:ln/>
        </p:spPr>
      </p:sp>
      <p:sp>
        <p:nvSpPr>
          <p:cNvPr id="19" name="Text 15"/>
          <p:cNvSpPr/>
          <p:nvPr/>
        </p:nvSpPr>
        <p:spPr>
          <a:xfrm>
            <a:off x="6361938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20" name="Text 16"/>
          <p:cNvSpPr/>
          <p:nvPr/>
        </p:nvSpPr>
        <p:spPr>
          <a:xfrm>
            <a:off x="5943600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0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8791956" y="1783080"/>
            <a:ext cx="2756916" cy="2194560"/>
          </a:xfrm>
          <a:prstGeom prst="roundRect">
            <a:avLst>
              <a:gd name="adj" fmla="val 9167"/>
            </a:avLst>
          </a:prstGeom>
          <a:solidFill>
            <a:srgbClr val="FFFFFF"/>
          </a:solidFill>
          <a:ln w="12700">
            <a:solidFill>
              <a:srgbClr val="CAE2E1"/>
            </a:solidFill>
            <a:prstDash val="solid"/>
          </a:ln>
          <a:effectLst>
            <a:outerShdw sx="100000" sy="100000" kx="0" ky="0" algn="bl" rotWithShape="0" blurRad="127000" dist="25400" dir="5400000">
              <a:srgbClr val="0C7D78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0"/>
              <a:gd name="adj3" fmla="val 11000"/>
            </a:avLst>
          </a:prstGeom>
          <a:solidFill>
            <a:srgbClr val="DBECEB"/>
          </a:solidFill>
          <a:ln/>
        </p:spPr>
      </p:sp>
      <p:sp>
        <p:nvSpPr>
          <p:cNvPr id="24" name="Shape 20"/>
          <p:cNvSpPr/>
          <p:nvPr/>
        </p:nvSpPr>
        <p:spPr>
          <a:xfrm>
            <a:off x="9393174" y="2331720"/>
            <a:ext cx="1554480" cy="1554480"/>
          </a:xfrm>
          <a:prstGeom prst="blockArc">
            <a:avLst>
              <a:gd name="adj1" fmla="val 10800000"/>
              <a:gd name="adj2" fmla="val 18360000"/>
              <a:gd name="adj3" fmla="val 11000"/>
            </a:avLst>
          </a:prstGeom>
          <a:solidFill>
            <a:srgbClr val="0C7D78"/>
          </a:solidFill>
          <a:ln/>
        </p:spPr>
      </p:sp>
      <p:sp>
        <p:nvSpPr>
          <p:cNvPr id="25" name="Text 21"/>
          <p:cNvSpPr/>
          <p:nvPr/>
        </p:nvSpPr>
        <p:spPr>
          <a:xfrm>
            <a:off x="9393174" y="25603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26" name="Text 22"/>
          <p:cNvSpPr/>
          <p:nvPr/>
        </p:nvSpPr>
        <p:spPr>
          <a:xfrm>
            <a:off x="8974836" y="3246120"/>
            <a:ext cx="23911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400" dirty="0"/>
          </a:p>
        </p:txBody>
      </p:sp>
      <p:sp>
        <p:nvSpPr>
          <p:cNvPr id="27" name="Text 23"/>
          <p:cNvSpPr/>
          <p:nvPr/>
        </p:nvSpPr>
        <p:spPr>
          <a:xfrm>
            <a:off x="8974836" y="3566160"/>
            <a:ext cx="23911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5760720" y="4251960"/>
            <a:ext cx="5788152" cy="1965960"/>
          </a:xfrm>
          <a:prstGeom prst="roundRect">
            <a:avLst>
              <a:gd name="adj" fmla="val 10233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9" name="Text 25"/>
          <p:cNvSpPr/>
          <p:nvPr/>
        </p:nvSpPr>
        <p:spPr>
          <a:xfrm>
            <a:off x="6035040" y="4434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0350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1" name="Shape 27"/>
          <p:cNvSpPr/>
          <p:nvPr/>
        </p:nvSpPr>
        <p:spPr>
          <a:xfrm>
            <a:off x="65836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2" name="Shape 28"/>
          <p:cNvSpPr/>
          <p:nvPr/>
        </p:nvSpPr>
        <p:spPr>
          <a:xfrm>
            <a:off x="71323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3" name="Shape 29"/>
          <p:cNvSpPr/>
          <p:nvPr/>
        </p:nvSpPr>
        <p:spPr>
          <a:xfrm>
            <a:off x="768096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10A6A0"/>
          </a:solidFill>
          <a:ln/>
        </p:spPr>
      </p:sp>
      <p:sp>
        <p:nvSpPr>
          <p:cNvPr id="34" name="Shape 30"/>
          <p:cNvSpPr/>
          <p:nvPr/>
        </p:nvSpPr>
        <p:spPr>
          <a:xfrm>
            <a:off x="822960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5" name="Shape 31"/>
          <p:cNvSpPr/>
          <p:nvPr/>
        </p:nvSpPr>
        <p:spPr>
          <a:xfrm>
            <a:off x="877824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9FDBD9"/>
          </a:solidFill>
          <a:ln/>
        </p:spPr>
      </p:sp>
      <p:sp>
        <p:nvSpPr>
          <p:cNvPr id="36" name="Shape 32"/>
          <p:cNvSpPr/>
          <p:nvPr/>
        </p:nvSpPr>
        <p:spPr>
          <a:xfrm>
            <a:off x="932688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7" name="Shape 33"/>
          <p:cNvSpPr/>
          <p:nvPr/>
        </p:nvSpPr>
        <p:spPr>
          <a:xfrm>
            <a:off x="9875520" y="4800600"/>
            <a:ext cx="457200" cy="457200"/>
          </a:xfrm>
          <a:prstGeom prst="roundRect">
            <a:avLst>
              <a:gd name="adj" fmla="val 20000"/>
            </a:avLst>
          </a:prstGeom>
          <a:solidFill>
            <a:srgbClr val="ECEAF5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38" name="Shape 34"/>
          <p:cNvSpPr/>
          <p:nvPr/>
        </p:nvSpPr>
        <p:spPr>
          <a:xfrm>
            <a:off x="6035040" y="5550408"/>
            <a:ext cx="128016" cy="128016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9" name="Text 35"/>
          <p:cNvSpPr/>
          <p:nvPr/>
        </p:nvSpPr>
        <p:spPr>
          <a:xfrm>
            <a:off x="6236208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Completed</a:t>
            </a:r>
            <a:endParaRPr lang="en-US" sz="2000" dirty="0"/>
          </a:p>
        </p:txBody>
      </p:sp>
      <p:sp>
        <p:nvSpPr>
          <p:cNvPr id="40" name="Shape 36"/>
          <p:cNvSpPr/>
          <p:nvPr/>
        </p:nvSpPr>
        <p:spPr>
          <a:xfrm>
            <a:off x="7781544" y="5550408"/>
            <a:ext cx="128016" cy="128016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41" name="Text 37"/>
          <p:cNvSpPr/>
          <p:nvPr/>
        </p:nvSpPr>
        <p:spPr>
          <a:xfrm>
            <a:off x="7982712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In Progress</a:t>
            </a:r>
            <a:endParaRPr lang="en-US" sz="2000" dirty="0"/>
          </a:p>
        </p:txBody>
      </p:sp>
      <p:sp>
        <p:nvSpPr>
          <p:cNvPr id="42" name="Shape 38"/>
          <p:cNvSpPr/>
          <p:nvPr/>
        </p:nvSpPr>
        <p:spPr>
          <a:xfrm>
            <a:off x="9528048" y="5550408"/>
            <a:ext cx="128016" cy="128016"/>
          </a:xfrm>
          <a:prstGeom prst="ellipse">
            <a:avLst/>
          </a:prstGeom>
          <a:solidFill>
            <a:srgbClr val="C9C6D8"/>
          </a:solidFill>
          <a:ln/>
        </p:spPr>
      </p:sp>
      <p:sp>
        <p:nvSpPr>
          <p:cNvPr id="43" name="Text 39"/>
          <p:cNvSpPr/>
          <p:nvPr/>
        </p:nvSpPr>
        <p:spPr>
          <a:xfrm>
            <a:off x="9729216" y="5394960"/>
            <a:ext cx="151790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000" dirty="0"/>
          </a:p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Phases Not Started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914400" y="2084832"/>
            <a:ext cx="146304" cy="146304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1143000" y="19659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1143000" y="23134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8778240" y="19202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14" name="Shape 10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5" name="Shape 11"/>
          <p:cNvSpPr/>
          <p:nvPr/>
        </p:nvSpPr>
        <p:spPr>
          <a:xfrm>
            <a:off x="914400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6" name="Text 12"/>
          <p:cNvSpPr/>
          <p:nvPr/>
        </p:nvSpPr>
        <p:spPr>
          <a:xfrm>
            <a:off x="1024128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914400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19" name="Shape 15"/>
          <p:cNvSpPr/>
          <p:nvPr/>
        </p:nvSpPr>
        <p:spPr>
          <a:xfrm>
            <a:off x="3522726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0" name="Text 16"/>
          <p:cNvSpPr/>
          <p:nvPr/>
        </p:nvSpPr>
        <p:spPr>
          <a:xfrm>
            <a:off x="363245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522726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131052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4EFEE"/>
          </a:solidFill>
          <a:ln/>
        </p:spPr>
      </p:sp>
      <p:sp>
        <p:nvSpPr>
          <p:cNvPr id="23" name="Shape 19"/>
          <p:cNvSpPr/>
          <p:nvPr/>
        </p:nvSpPr>
        <p:spPr>
          <a:xfrm>
            <a:off x="6131052" y="2743200"/>
            <a:ext cx="1014070" cy="384048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7218274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131052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8739378" y="27432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27" name="Text 23"/>
          <p:cNvSpPr/>
          <p:nvPr/>
        </p:nvSpPr>
        <p:spPr>
          <a:xfrm>
            <a:off x="8849106" y="27432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8739378" y="32004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914400" y="34975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640080" y="4183380"/>
            <a:ext cx="10908792" cy="2125980"/>
          </a:xfrm>
          <a:prstGeom prst="roundRect">
            <a:avLst>
              <a:gd name="adj" fmla="val 9462"/>
            </a:avLst>
          </a:prstGeom>
          <a:solidFill>
            <a:srgbClr val="FFFFFF"/>
          </a:solidFill>
          <a:ln w="12700">
            <a:solidFill>
              <a:srgbClr val="C9E0E0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914400" y="4485132"/>
            <a:ext cx="146304" cy="146304"/>
          </a:xfrm>
          <a:prstGeom prst="ellipse">
            <a:avLst/>
          </a:prstGeom>
          <a:solidFill>
            <a:srgbClr val="0B7470"/>
          </a:solidFill>
          <a:ln/>
        </p:spPr>
      </p:sp>
      <p:sp>
        <p:nvSpPr>
          <p:cNvPr id="32" name="Text 28"/>
          <p:cNvSpPr/>
          <p:nvPr/>
        </p:nvSpPr>
        <p:spPr>
          <a:xfrm>
            <a:off x="1143000" y="4366260"/>
            <a:ext cx="5486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700" dirty="0"/>
          </a:p>
        </p:txBody>
      </p:sp>
      <p:sp>
        <p:nvSpPr>
          <p:cNvPr id="33" name="Text 29"/>
          <p:cNvSpPr/>
          <p:nvPr/>
        </p:nvSpPr>
        <p:spPr>
          <a:xfrm>
            <a:off x="1143000" y="471373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34" name="Text 30"/>
          <p:cNvSpPr/>
          <p:nvPr/>
        </p:nvSpPr>
        <p:spPr>
          <a:xfrm>
            <a:off x="8778240" y="4320540"/>
            <a:ext cx="2514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track</a:t>
            </a:r>
            <a:endParaRPr lang="en-US" sz="3000" dirty="0"/>
          </a:p>
        </p:txBody>
      </p:sp>
      <p:sp>
        <p:nvSpPr>
          <p:cNvPr id="35" name="Shape 31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36" name="Shape 32"/>
          <p:cNvSpPr/>
          <p:nvPr/>
        </p:nvSpPr>
        <p:spPr>
          <a:xfrm>
            <a:off x="914400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37" name="Text 33"/>
          <p:cNvSpPr/>
          <p:nvPr/>
        </p:nvSpPr>
        <p:spPr>
          <a:xfrm>
            <a:off x="1024128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38" name="Text 34"/>
          <p:cNvSpPr/>
          <p:nvPr/>
        </p:nvSpPr>
        <p:spPr>
          <a:xfrm>
            <a:off x="914400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0" name="Shape 36"/>
          <p:cNvSpPr/>
          <p:nvPr/>
        </p:nvSpPr>
        <p:spPr>
          <a:xfrm>
            <a:off x="3522726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1" name="Text 37"/>
          <p:cNvSpPr/>
          <p:nvPr/>
        </p:nvSpPr>
        <p:spPr>
          <a:xfrm>
            <a:off x="3632454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✓  100%</a:t>
            </a:r>
            <a:endParaRPr lang="en-US" sz="1100" dirty="0"/>
          </a:p>
        </p:txBody>
      </p:sp>
      <p:sp>
        <p:nvSpPr>
          <p:cNvPr id="42" name="Text 38"/>
          <p:cNvSpPr/>
          <p:nvPr/>
        </p:nvSpPr>
        <p:spPr>
          <a:xfrm>
            <a:off x="3522726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43" name="Shape 39"/>
          <p:cNvSpPr/>
          <p:nvPr/>
        </p:nvSpPr>
        <p:spPr>
          <a:xfrm>
            <a:off x="6131052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F1F0F6"/>
          </a:solidFill>
          <a:ln w="12700">
            <a:solidFill>
              <a:srgbClr val="C9C6D8"/>
            </a:solidFill>
            <a:prstDash val="dash"/>
          </a:ln>
        </p:spPr>
      </p:sp>
      <p:sp>
        <p:nvSpPr>
          <p:cNvPr id="44" name="Text 40"/>
          <p:cNvSpPr/>
          <p:nvPr/>
        </p:nvSpPr>
        <p:spPr>
          <a:xfrm>
            <a:off x="6240780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6131052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6" name="Shape 42"/>
          <p:cNvSpPr/>
          <p:nvPr/>
        </p:nvSpPr>
        <p:spPr>
          <a:xfrm>
            <a:off x="8739378" y="5143500"/>
            <a:ext cx="2535174" cy="384048"/>
          </a:xfrm>
          <a:prstGeom prst="roundRect">
            <a:avLst>
              <a:gd name="adj" fmla="val 50000"/>
            </a:avLst>
          </a:prstGeom>
          <a:solidFill>
            <a:srgbClr val="D3E6E5"/>
          </a:solidFill>
          <a:ln/>
        </p:spPr>
      </p:sp>
      <p:sp>
        <p:nvSpPr>
          <p:cNvPr id="47" name="Shape 43"/>
          <p:cNvSpPr/>
          <p:nvPr/>
        </p:nvSpPr>
        <p:spPr>
          <a:xfrm>
            <a:off x="8739378" y="5143500"/>
            <a:ext cx="2028139" cy="384048"/>
          </a:xfrm>
          <a:prstGeom prst="roundRect">
            <a:avLst>
              <a:gd name="adj" fmla="val 50000"/>
            </a:avLst>
          </a:prstGeom>
          <a:solidFill>
            <a:srgbClr val="0B7470"/>
          </a:solidFill>
          <a:ln/>
        </p:spPr>
      </p:sp>
      <p:sp>
        <p:nvSpPr>
          <p:cNvPr id="48" name="Text 44"/>
          <p:cNvSpPr/>
          <p:nvPr/>
        </p:nvSpPr>
        <p:spPr>
          <a:xfrm>
            <a:off x="8849106" y="5143500"/>
            <a:ext cx="23157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100" dirty="0"/>
          </a:p>
        </p:txBody>
      </p:sp>
      <p:sp>
        <p:nvSpPr>
          <p:cNvPr id="49" name="Text 45"/>
          <p:cNvSpPr/>
          <p:nvPr/>
        </p:nvSpPr>
        <p:spPr>
          <a:xfrm>
            <a:off x="8739378" y="5600700"/>
            <a:ext cx="25351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50" name="Text 46"/>
          <p:cNvSpPr/>
          <p:nvPr/>
        </p:nvSpPr>
        <p:spPr>
          <a:xfrm>
            <a:off x="914400" y="5897880"/>
            <a:ext cx="10332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E9E4FE"/>
          </a:solidFill>
          <a:ln/>
        </p:spPr>
      </p:sp>
      <p:sp>
        <p:nvSpPr>
          <p:cNvPr id="10" name="Text 6"/>
          <p:cNvSpPr/>
          <p:nvPr/>
        </p:nvSpPr>
        <p:spPr>
          <a:xfrm>
            <a:off x="914400" y="178308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400" dirty="0"/>
          </a:p>
        </p:txBody>
      </p:sp>
      <p:sp>
        <p:nvSpPr>
          <p:cNvPr id="11" name="Text 7"/>
          <p:cNvSpPr/>
          <p:nvPr/>
        </p:nvSpPr>
        <p:spPr>
          <a:xfrm>
            <a:off x="2148840" y="178308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640080" y="332232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14400" y="332232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400" dirty="0"/>
          </a:p>
        </p:txBody>
      </p:sp>
      <p:sp>
        <p:nvSpPr>
          <p:cNvPr id="14" name="Text 10"/>
          <p:cNvSpPr/>
          <p:nvPr/>
        </p:nvSpPr>
        <p:spPr>
          <a:xfrm>
            <a:off x="2148840" y="332232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40080" y="4861560"/>
            <a:ext cx="3108960" cy="1356360"/>
          </a:xfrm>
          <a:prstGeom prst="roundRect">
            <a:avLst>
              <a:gd name="adj" fmla="val 14831"/>
            </a:avLst>
          </a:prstGeom>
          <a:solidFill>
            <a:srgbClr val="FFFFFF"/>
          </a:solidFill>
          <a:ln w="12700">
            <a:solidFill>
              <a:srgbClr val="E3E0EE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14400" y="4861560"/>
            <a:ext cx="128016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2148840" y="4861560"/>
            <a:ext cx="1463040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4023360" y="1783080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4251960" y="2132076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20" name="Image 2" descr="/var/folders/lw/rmylcyvd5rjfxk9g1z9rrm8w0000gq/T/showship-deck-SxFlm7/iconc_Check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0" y="2269236"/>
            <a:ext cx="274320" cy="27432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983480" y="1911096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4983480" y="2167128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23" name="Shape 18"/>
          <p:cNvSpPr/>
          <p:nvPr/>
        </p:nvSpPr>
        <p:spPr>
          <a:xfrm>
            <a:off x="10424160" y="191109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19"/>
          <p:cNvSpPr/>
          <p:nvPr/>
        </p:nvSpPr>
        <p:spPr>
          <a:xfrm>
            <a:off x="10424160" y="191109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023360" y="3194304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FDEBCF"/>
            </a:solidFill>
            <a:prstDash val="solid"/>
          </a:ln>
          <a:effectLst>
            <a:outerShdw sx="100000" sy="100000" kx="0" ky="0" algn="bl" rotWithShape="0" blurRad="127000" dist="25400" dir="5400000">
              <a:srgbClr val="F5A524">
                <a:alpha val="10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4251960" y="3543300"/>
            <a:ext cx="548640" cy="548640"/>
          </a:xfrm>
          <a:prstGeom prst="ellipse">
            <a:avLst/>
          </a:prstGeom>
          <a:solidFill>
            <a:srgbClr val="F5A524"/>
          </a:solidFill>
          <a:ln/>
        </p:spPr>
      </p:sp>
      <p:pic>
        <p:nvPicPr>
          <p:cNvPr id="27" name="Image 3" descr="/var/folders/lw/rmylcyvd5rjfxk9g1z9rrm8w0000gq/T/showship-deck-SxFlm7/iconc_Wrench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3680460"/>
            <a:ext cx="274320" cy="274320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4983480" y="3322320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100" dirty="0"/>
          </a:p>
        </p:txBody>
      </p:sp>
      <p:sp>
        <p:nvSpPr>
          <p:cNvPr id="29" name="Text 23"/>
          <p:cNvSpPr/>
          <p:nvPr/>
        </p:nvSpPr>
        <p:spPr>
          <a:xfrm>
            <a:off x="4983480" y="3578352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9646920" y="3322320"/>
            <a:ext cx="1673352" cy="274320"/>
          </a:xfrm>
          <a:prstGeom prst="roundRect">
            <a:avLst>
              <a:gd name="adj" fmla="val 50000"/>
            </a:avLst>
          </a:prstGeom>
          <a:solidFill>
            <a:srgbClr val="FEF2DE"/>
          </a:solidFill>
          <a:ln/>
        </p:spPr>
      </p:sp>
      <p:sp>
        <p:nvSpPr>
          <p:cNvPr id="31" name="Text 25"/>
          <p:cNvSpPr/>
          <p:nvPr/>
        </p:nvSpPr>
        <p:spPr>
          <a:xfrm>
            <a:off x="9646920" y="3322320"/>
            <a:ext cx="1673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32" name="Shape 26"/>
          <p:cNvSpPr/>
          <p:nvPr/>
        </p:nvSpPr>
        <p:spPr>
          <a:xfrm>
            <a:off x="4023360" y="4605528"/>
            <a:ext cx="7525512" cy="1246632"/>
          </a:xfrm>
          <a:prstGeom prst="roundRect">
            <a:avLst>
              <a:gd name="adj" fmla="val 1613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4251960" y="4954524"/>
            <a:ext cx="548640" cy="548640"/>
          </a:xfrm>
          <a:prstGeom prst="ellipse">
            <a:avLst/>
          </a:prstGeom>
          <a:solidFill>
            <a:srgbClr val="10A6A0"/>
          </a:solidFill>
          <a:ln/>
        </p:spPr>
      </p:sp>
      <p:pic>
        <p:nvPicPr>
          <p:cNvPr id="34" name="Image 4" descr="/var/folders/lw/rmylcyvd5rjfxk9g1z9rrm8w0000gq/T/showship-deck-SxFlm7/iconc_Check_FFFFFF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0" y="5091684"/>
            <a:ext cx="274320" cy="274320"/>
          </a:xfrm>
          <a:prstGeom prst="rect">
            <a:avLst/>
          </a:prstGeom>
        </p:spPr>
      </p:pic>
      <p:sp>
        <p:nvSpPr>
          <p:cNvPr id="35" name="Text 28"/>
          <p:cNvSpPr/>
          <p:nvPr/>
        </p:nvSpPr>
        <p:spPr>
          <a:xfrm>
            <a:off x="4983480" y="4733544"/>
            <a:ext cx="4233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100" dirty="0"/>
          </a:p>
        </p:txBody>
      </p:sp>
      <p:sp>
        <p:nvSpPr>
          <p:cNvPr id="36" name="Text 29"/>
          <p:cNvSpPr/>
          <p:nvPr/>
        </p:nvSpPr>
        <p:spPr>
          <a:xfrm>
            <a:off x="4983480" y="4989576"/>
            <a:ext cx="4325112" cy="7894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37" name="Shape 30"/>
          <p:cNvSpPr/>
          <p:nvPr/>
        </p:nvSpPr>
        <p:spPr>
          <a:xfrm>
            <a:off x="10424160" y="4733544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38" name="Text 31"/>
          <p:cNvSpPr/>
          <p:nvPr/>
        </p:nvSpPr>
        <p:spPr>
          <a:xfrm>
            <a:off x="10424160" y="4733544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9" name="Text 32"/>
          <p:cNvSpPr/>
          <p:nvPr/>
        </p:nvSpPr>
        <p:spPr>
          <a:xfrm>
            <a:off x="4023360" y="5925312"/>
            <a:ext cx="7525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5294376" cy="265176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FCD9D4"/>
            </a:solidFill>
            <a:prstDash val="solid"/>
          </a:ln>
          <a:effectLst>
            <a:outerShdw sx="100000" sy="100000" kx="0" ky="0" algn="bl" rotWithShape="0" blurRad="127000" dist="25400" dir="5400000">
              <a:srgbClr val="F0503C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640080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F0503C"/>
          </a:solidFill>
          <a:ln/>
        </p:spPr>
      </p:sp>
      <p:sp>
        <p:nvSpPr>
          <p:cNvPr id="11" name="Shape 7"/>
          <p:cNvSpPr/>
          <p:nvPr/>
        </p:nvSpPr>
        <p:spPr>
          <a:xfrm>
            <a:off x="640080" y="2240280"/>
            <a:ext cx="5294376" cy="320040"/>
          </a:xfrm>
          <a:prstGeom prst="rect">
            <a:avLst/>
          </a:prstGeom>
          <a:solidFill>
            <a:srgbClr val="F0503C"/>
          </a:solidFill>
          <a:ln/>
        </p:spPr>
      </p:sp>
      <p:pic>
        <p:nvPicPr>
          <p:cNvPr id="12" name="Image 2" descr="/var/folders/lw/rmylcyvd5rjfxk9g1z9rrm8w0000gq/T/showship-deck-SxFlm7/iconc_TriangleAlert_FFFFF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011680"/>
            <a:ext cx="329184" cy="3291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71600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Risks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5065776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960120" y="2807208"/>
            <a:ext cx="402336" cy="402336"/>
          </a:xfrm>
          <a:prstGeom prst="ellipse">
            <a:avLst/>
          </a:prstGeom>
          <a:solidFill>
            <a:srgbClr val="FDE5E2"/>
          </a:solidFill>
          <a:ln/>
        </p:spPr>
      </p:sp>
      <p:sp>
        <p:nvSpPr>
          <p:cNvPr id="16" name="Text 11"/>
          <p:cNvSpPr/>
          <p:nvPr/>
        </p:nvSpPr>
        <p:spPr>
          <a:xfrm>
            <a:off x="960120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0503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1508760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6254496" y="1783080"/>
            <a:ext cx="5294376" cy="2651760"/>
          </a:xfrm>
          <a:prstGeom prst="roundRect">
            <a:avLst>
              <a:gd name="adj" fmla="val 758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254496" y="1783080"/>
            <a:ext cx="5294376" cy="777240"/>
          </a:xfrm>
          <a:prstGeom prst="roundRect">
            <a:avLst>
              <a:gd name="adj" fmla="val 25882"/>
            </a:avLst>
          </a:prstGeom>
          <a:solidFill>
            <a:srgbClr val="6C4CF5"/>
          </a:solidFill>
          <a:ln/>
        </p:spPr>
      </p:sp>
      <p:sp>
        <p:nvSpPr>
          <p:cNvPr id="20" name="Shape 15"/>
          <p:cNvSpPr/>
          <p:nvPr/>
        </p:nvSpPr>
        <p:spPr>
          <a:xfrm>
            <a:off x="6254496" y="2240280"/>
            <a:ext cx="5294376" cy="320040"/>
          </a:xfrm>
          <a:prstGeom prst="rect">
            <a:avLst/>
          </a:prstGeom>
          <a:solidFill>
            <a:srgbClr val="6C4CF5"/>
          </a:solidFill>
          <a:ln/>
        </p:spPr>
      </p:sp>
      <p:pic>
        <p:nvPicPr>
          <p:cNvPr id="21" name="Image 3" descr="/var/folders/lw/rmylcyvd5rjfxk9g1z9rrm8w0000gq/T/showship-deck-SxFlm7/iconc_MessageCircleQuestion_FFFFF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8816" y="2011680"/>
            <a:ext cx="329184" cy="32918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6986016" y="1783080"/>
            <a:ext cx="36484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10680192" y="1938528"/>
            <a:ext cx="594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000" dirty="0"/>
          </a:p>
        </p:txBody>
      </p:sp>
      <p:sp>
        <p:nvSpPr>
          <p:cNvPr id="24" name="Shape 18"/>
          <p:cNvSpPr/>
          <p:nvPr/>
        </p:nvSpPr>
        <p:spPr>
          <a:xfrm>
            <a:off x="6574536" y="2807208"/>
            <a:ext cx="402336" cy="402336"/>
          </a:xfrm>
          <a:prstGeom prst="ellipse">
            <a:avLst/>
          </a:prstGeom>
          <a:solidFill>
            <a:srgbClr val="E9E4FE"/>
          </a:solidFill>
          <a:ln/>
        </p:spPr>
      </p:sp>
      <p:sp>
        <p:nvSpPr>
          <p:cNvPr id="25" name="Text 19"/>
          <p:cNvSpPr/>
          <p:nvPr/>
        </p:nvSpPr>
        <p:spPr>
          <a:xfrm>
            <a:off x="6574536" y="280720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7123176" y="2788920"/>
            <a:ext cx="4105656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400" dirty="0"/>
          </a:p>
          <a:p>
            <a:pPr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914400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11" name="Text 7"/>
          <p:cNvSpPr/>
          <p:nvPr/>
        </p:nvSpPr>
        <p:spPr>
          <a:xfrm>
            <a:off x="914400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600200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600200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91440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5" name="Shape 11"/>
          <p:cNvSpPr/>
          <p:nvPr/>
        </p:nvSpPr>
        <p:spPr>
          <a:xfrm>
            <a:off x="127101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6" name="Shape 12"/>
          <p:cNvSpPr/>
          <p:nvPr/>
        </p:nvSpPr>
        <p:spPr>
          <a:xfrm>
            <a:off x="162763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17" name="Shape 13"/>
          <p:cNvSpPr/>
          <p:nvPr/>
        </p:nvSpPr>
        <p:spPr>
          <a:xfrm>
            <a:off x="198424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8" name="Shape 14"/>
          <p:cNvSpPr/>
          <p:nvPr/>
        </p:nvSpPr>
        <p:spPr>
          <a:xfrm>
            <a:off x="234086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19" name="Text 15"/>
          <p:cNvSpPr/>
          <p:nvPr/>
        </p:nvSpPr>
        <p:spPr>
          <a:xfrm>
            <a:off x="914400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2904744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1800" dirty="0"/>
          </a:p>
        </p:txBody>
      </p:sp>
      <p:sp>
        <p:nvSpPr>
          <p:cNvPr id="21" name="Shape 17"/>
          <p:cNvSpPr/>
          <p:nvPr/>
        </p:nvSpPr>
        <p:spPr>
          <a:xfrm>
            <a:off x="914400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2" name="Shape 18"/>
          <p:cNvSpPr/>
          <p:nvPr/>
        </p:nvSpPr>
        <p:spPr>
          <a:xfrm>
            <a:off x="914400" y="3593592"/>
            <a:ext cx="1742846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3" name="Text 19"/>
          <p:cNvSpPr/>
          <p:nvPr/>
        </p:nvSpPr>
        <p:spPr>
          <a:xfrm>
            <a:off x="914400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24" name="Shape 20"/>
          <p:cNvSpPr/>
          <p:nvPr/>
        </p:nvSpPr>
        <p:spPr>
          <a:xfrm>
            <a:off x="914400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5" name="Text 21"/>
          <p:cNvSpPr/>
          <p:nvPr/>
        </p:nvSpPr>
        <p:spPr>
          <a:xfrm>
            <a:off x="1188720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6" name="Shape 22"/>
          <p:cNvSpPr/>
          <p:nvPr/>
        </p:nvSpPr>
        <p:spPr>
          <a:xfrm>
            <a:off x="914400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27" name="Text 23"/>
          <p:cNvSpPr/>
          <p:nvPr/>
        </p:nvSpPr>
        <p:spPr>
          <a:xfrm>
            <a:off x="1188720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914400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29" name="Text 25"/>
          <p:cNvSpPr/>
          <p:nvPr/>
        </p:nvSpPr>
        <p:spPr>
          <a:xfrm>
            <a:off x="1188720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914400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1188720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367784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33" name="Shape 29"/>
          <p:cNvSpPr/>
          <p:nvPr/>
        </p:nvSpPr>
        <p:spPr>
          <a:xfrm>
            <a:off x="4642104" y="2057400"/>
            <a:ext cx="566928" cy="566928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34" name="Text 30"/>
          <p:cNvSpPr/>
          <p:nvPr/>
        </p:nvSpPr>
        <p:spPr>
          <a:xfrm>
            <a:off x="4642104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400" dirty="0"/>
          </a:p>
        </p:txBody>
      </p:sp>
      <p:sp>
        <p:nvSpPr>
          <p:cNvPr id="35" name="Text 31"/>
          <p:cNvSpPr/>
          <p:nvPr/>
        </p:nvSpPr>
        <p:spPr>
          <a:xfrm>
            <a:off x="5327904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400" dirty="0"/>
          </a:p>
        </p:txBody>
      </p:sp>
      <p:sp>
        <p:nvSpPr>
          <p:cNvPr id="36" name="Text 32"/>
          <p:cNvSpPr/>
          <p:nvPr/>
        </p:nvSpPr>
        <p:spPr>
          <a:xfrm>
            <a:off x="5327904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7" name="Shape 33"/>
          <p:cNvSpPr/>
          <p:nvPr/>
        </p:nvSpPr>
        <p:spPr>
          <a:xfrm>
            <a:off x="464210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8" name="Shape 34"/>
          <p:cNvSpPr/>
          <p:nvPr/>
        </p:nvSpPr>
        <p:spPr>
          <a:xfrm>
            <a:off x="499872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39" name="Shape 35"/>
          <p:cNvSpPr/>
          <p:nvPr/>
        </p:nvSpPr>
        <p:spPr>
          <a:xfrm>
            <a:off x="535533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0" name="Shape 36"/>
          <p:cNvSpPr/>
          <p:nvPr/>
        </p:nvSpPr>
        <p:spPr>
          <a:xfrm>
            <a:off x="571195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10A6A0"/>
          </a:solidFill>
          <a:ln/>
        </p:spPr>
      </p:sp>
      <p:sp>
        <p:nvSpPr>
          <p:cNvPr id="41" name="Shape 37"/>
          <p:cNvSpPr/>
          <p:nvPr/>
        </p:nvSpPr>
        <p:spPr>
          <a:xfrm>
            <a:off x="606856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D4EFEE"/>
          </a:solidFill>
          <a:ln/>
        </p:spPr>
      </p:sp>
      <p:sp>
        <p:nvSpPr>
          <p:cNvPr id="42" name="Text 38"/>
          <p:cNvSpPr/>
          <p:nvPr/>
        </p:nvSpPr>
        <p:spPr>
          <a:xfrm>
            <a:off x="4642104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43" name="Text 39"/>
          <p:cNvSpPr/>
          <p:nvPr/>
        </p:nvSpPr>
        <p:spPr>
          <a:xfrm>
            <a:off x="6632448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4642104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45" name="Shape 41"/>
          <p:cNvSpPr/>
          <p:nvPr/>
        </p:nvSpPr>
        <p:spPr>
          <a:xfrm>
            <a:off x="4642104" y="3593592"/>
            <a:ext cx="2033321" cy="128016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46" name="Text 42"/>
          <p:cNvSpPr/>
          <p:nvPr/>
        </p:nvSpPr>
        <p:spPr>
          <a:xfrm>
            <a:off x="4642104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47" name="Shape 43"/>
          <p:cNvSpPr/>
          <p:nvPr/>
        </p:nvSpPr>
        <p:spPr>
          <a:xfrm>
            <a:off x="4642104" y="453542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48" name="Text 44"/>
          <p:cNvSpPr/>
          <p:nvPr/>
        </p:nvSpPr>
        <p:spPr>
          <a:xfrm>
            <a:off x="4916424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9" name="Shape 45"/>
          <p:cNvSpPr/>
          <p:nvPr/>
        </p:nvSpPr>
        <p:spPr>
          <a:xfrm>
            <a:off x="4642104" y="4889754"/>
            <a:ext cx="164592" cy="164592"/>
          </a:xfrm>
          <a:prstGeom prst="ellipse">
            <a:avLst/>
          </a:prstGeom>
          <a:solidFill>
            <a:srgbClr val="10A6A0"/>
          </a:solidFill>
          <a:ln/>
        </p:spPr>
      </p:sp>
      <p:sp>
        <p:nvSpPr>
          <p:cNvPr id="50" name="Text 46"/>
          <p:cNvSpPr/>
          <p:nvPr/>
        </p:nvSpPr>
        <p:spPr>
          <a:xfrm>
            <a:off x="4916424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51" name="Shape 47"/>
          <p:cNvSpPr/>
          <p:nvPr/>
        </p:nvSpPr>
        <p:spPr>
          <a:xfrm>
            <a:off x="4642104" y="5244084"/>
            <a:ext cx="164592" cy="164592"/>
          </a:xfrm>
          <a:prstGeom prst="ellipse">
            <a:avLst/>
          </a:prstGeom>
          <a:solidFill>
            <a:srgbClr val="9FDBD9"/>
          </a:solidFill>
          <a:ln/>
        </p:spPr>
      </p:sp>
      <p:sp>
        <p:nvSpPr>
          <p:cNvPr id="52" name="Text 48"/>
          <p:cNvSpPr/>
          <p:nvPr/>
        </p:nvSpPr>
        <p:spPr>
          <a:xfrm>
            <a:off x="4916424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53" name="Shape 49"/>
          <p:cNvSpPr/>
          <p:nvPr/>
        </p:nvSpPr>
        <p:spPr>
          <a:xfrm>
            <a:off x="4642104" y="5598414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9C6D8"/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4916424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5" name="Shape 51"/>
          <p:cNvSpPr/>
          <p:nvPr/>
        </p:nvSpPr>
        <p:spPr>
          <a:xfrm>
            <a:off x="8095488" y="1783080"/>
            <a:ext cx="3453384" cy="4206240"/>
          </a:xfrm>
          <a:prstGeom prst="roundRect">
            <a:avLst>
              <a:gd name="adj" fmla="val 5825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56" name="Shape 52"/>
          <p:cNvSpPr/>
          <p:nvPr/>
        </p:nvSpPr>
        <p:spPr>
          <a:xfrm>
            <a:off x="8369808" y="2057400"/>
            <a:ext cx="566928" cy="56692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7" name="Text 53"/>
          <p:cNvSpPr/>
          <p:nvPr/>
        </p:nvSpPr>
        <p:spPr>
          <a:xfrm>
            <a:off x="8369808" y="20574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400" dirty="0"/>
          </a:p>
        </p:txBody>
      </p:sp>
      <p:sp>
        <p:nvSpPr>
          <p:cNvPr id="58" name="Text 54"/>
          <p:cNvSpPr/>
          <p:nvPr/>
        </p:nvSpPr>
        <p:spPr>
          <a:xfrm>
            <a:off x="9055608" y="2039112"/>
            <a:ext cx="22189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400" dirty="0"/>
          </a:p>
        </p:txBody>
      </p:sp>
      <p:sp>
        <p:nvSpPr>
          <p:cNvPr id="59" name="Text 55"/>
          <p:cNvSpPr/>
          <p:nvPr/>
        </p:nvSpPr>
        <p:spPr>
          <a:xfrm>
            <a:off x="9055608" y="2350008"/>
            <a:ext cx="2218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60" name="Shape 56"/>
          <p:cNvSpPr/>
          <p:nvPr/>
        </p:nvSpPr>
        <p:spPr>
          <a:xfrm>
            <a:off x="836980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1" name="Shape 57"/>
          <p:cNvSpPr/>
          <p:nvPr/>
        </p:nvSpPr>
        <p:spPr>
          <a:xfrm>
            <a:off x="8726424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2" name="Shape 58"/>
          <p:cNvSpPr/>
          <p:nvPr/>
        </p:nvSpPr>
        <p:spPr>
          <a:xfrm>
            <a:off x="9083040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3" name="Shape 59"/>
          <p:cNvSpPr/>
          <p:nvPr/>
        </p:nvSpPr>
        <p:spPr>
          <a:xfrm>
            <a:off x="9439656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4" name="Shape 60"/>
          <p:cNvSpPr/>
          <p:nvPr/>
        </p:nvSpPr>
        <p:spPr>
          <a:xfrm>
            <a:off x="9796272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6B4A"/>
          </a:solidFill>
          <a:ln/>
        </p:spPr>
      </p:sp>
      <p:sp>
        <p:nvSpPr>
          <p:cNvPr id="65" name="Shape 61"/>
          <p:cNvSpPr/>
          <p:nvPr/>
        </p:nvSpPr>
        <p:spPr>
          <a:xfrm>
            <a:off x="10152888" y="2834640"/>
            <a:ext cx="292608" cy="292608"/>
          </a:xfrm>
          <a:prstGeom prst="roundRect">
            <a:avLst>
              <a:gd name="adj" fmla="val 18750"/>
            </a:avLst>
          </a:prstGeom>
          <a:solidFill>
            <a:srgbClr val="FFE4DE"/>
          </a:solidFill>
          <a:ln/>
        </p:spPr>
      </p:sp>
      <p:sp>
        <p:nvSpPr>
          <p:cNvPr id="66" name="Text 62"/>
          <p:cNvSpPr/>
          <p:nvPr/>
        </p:nvSpPr>
        <p:spPr>
          <a:xfrm>
            <a:off x="8369808" y="3200400"/>
            <a:ext cx="2081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done  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open</a:t>
            </a:r>
            <a:endParaRPr lang="en-US" sz="1100" dirty="0"/>
          </a:p>
        </p:txBody>
      </p:sp>
      <p:sp>
        <p:nvSpPr>
          <p:cNvPr id="67" name="Text 63"/>
          <p:cNvSpPr/>
          <p:nvPr/>
        </p:nvSpPr>
        <p:spPr>
          <a:xfrm>
            <a:off x="10360152" y="315468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8369808" y="3593592"/>
            <a:ext cx="2904744" cy="128016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69" name="Shape 65"/>
          <p:cNvSpPr/>
          <p:nvPr/>
        </p:nvSpPr>
        <p:spPr>
          <a:xfrm>
            <a:off x="8369808" y="3593592"/>
            <a:ext cx="2178558" cy="128016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70" name="Text 66"/>
          <p:cNvSpPr/>
          <p:nvPr/>
        </p:nvSpPr>
        <p:spPr>
          <a:xfrm>
            <a:off x="8369808" y="3813048"/>
            <a:ext cx="29047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71" name="Shape 67"/>
          <p:cNvSpPr/>
          <p:nvPr/>
        </p:nvSpPr>
        <p:spPr>
          <a:xfrm>
            <a:off x="8369808" y="453542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2" name="Text 68"/>
          <p:cNvSpPr/>
          <p:nvPr/>
        </p:nvSpPr>
        <p:spPr>
          <a:xfrm>
            <a:off x="8644128" y="448056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73" name="Shape 69"/>
          <p:cNvSpPr/>
          <p:nvPr/>
        </p:nvSpPr>
        <p:spPr>
          <a:xfrm>
            <a:off x="8369808" y="488975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4" name="Text 70"/>
          <p:cNvSpPr/>
          <p:nvPr/>
        </p:nvSpPr>
        <p:spPr>
          <a:xfrm>
            <a:off x="8644128" y="483489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75" name="Shape 71"/>
          <p:cNvSpPr/>
          <p:nvPr/>
        </p:nvSpPr>
        <p:spPr>
          <a:xfrm>
            <a:off x="8369808" y="5244084"/>
            <a:ext cx="164592" cy="164592"/>
          </a:xfrm>
          <a:prstGeom prst="ellipse">
            <a:avLst/>
          </a:prstGeom>
          <a:solidFill>
            <a:srgbClr val="FFC4B7"/>
          </a:solidFill>
          <a:ln/>
        </p:spPr>
      </p:sp>
      <p:sp>
        <p:nvSpPr>
          <p:cNvPr id="76" name="Text 72"/>
          <p:cNvSpPr/>
          <p:nvPr/>
        </p:nvSpPr>
        <p:spPr>
          <a:xfrm>
            <a:off x="8644128" y="518922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77" name="Shape 73"/>
          <p:cNvSpPr/>
          <p:nvPr/>
        </p:nvSpPr>
        <p:spPr>
          <a:xfrm>
            <a:off x="8369808" y="5598414"/>
            <a:ext cx="164592" cy="164592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78" name="Text 74"/>
          <p:cNvSpPr/>
          <p:nvPr/>
        </p:nvSpPr>
        <p:spPr>
          <a:xfrm>
            <a:off x="8644128" y="5543550"/>
            <a:ext cx="2630424" cy="35433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9" name="Text 75"/>
          <p:cNvSpPr/>
          <p:nvPr/>
        </p:nvSpPr>
        <p:spPr>
          <a:xfrm>
            <a:off x="640080" y="6062472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0080" y="1783080"/>
            <a:ext cx="7726680" cy="4434840"/>
          </a:xfrm>
          <a:prstGeom prst="roundRect">
            <a:avLst>
              <a:gd name="adj" fmla="val 4536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graphicFrame>
        <p:nvGraphicFramePr>
          <p:cNvPr id="10" name="Chart 0" descr=""/>
          <p:cNvGraphicFramePr/>
          <p:nvPr/>
        </p:nvGraphicFramePr>
        <p:xfrm>
          <a:off x="822960" y="1920240"/>
          <a:ext cx="736092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 6"/>
          <p:cNvSpPr/>
          <p:nvPr/>
        </p:nvSpPr>
        <p:spPr>
          <a:xfrm>
            <a:off x="914400" y="5760720"/>
            <a:ext cx="7178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GitHub activity this week.</a:t>
            </a:r>
            <a:endParaRPr lang="en-US" sz="1100" dirty="0"/>
          </a:p>
        </p:txBody>
      </p:sp>
      <p:sp>
        <p:nvSpPr>
          <p:cNvPr id="12" name="Shape 7"/>
          <p:cNvSpPr/>
          <p:nvPr/>
        </p:nvSpPr>
        <p:spPr>
          <a:xfrm>
            <a:off x="8641080" y="1783080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6C4CF5"/>
          </a:solidFill>
          <a:ln/>
          <a:effectLst>
            <a:outerShdw sx="100000" sy="100000" kx="0" ky="0" algn="bl" rotWithShape="0" blurRad="127000" dist="25400" dir="5400000">
              <a:srgbClr val="6C4CF5">
                <a:alpha val="30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8915400" y="1874520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3000" dirty="0"/>
          </a:p>
        </p:txBody>
      </p:sp>
      <p:sp>
        <p:nvSpPr>
          <p:cNvPr id="14" name="Text 9"/>
          <p:cNvSpPr/>
          <p:nvPr/>
        </p:nvSpPr>
        <p:spPr>
          <a:xfrm>
            <a:off x="8915400" y="2562697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8641080" y="3328416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8915400" y="3419856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2"/>
          <p:cNvSpPr/>
          <p:nvPr/>
        </p:nvSpPr>
        <p:spPr>
          <a:xfrm>
            <a:off x="8915400" y="4108033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8641080" y="4873752"/>
            <a:ext cx="2907792" cy="1344168"/>
          </a:xfrm>
          <a:prstGeom prst="roundRect">
            <a:avLst>
              <a:gd name="adj" fmla="val 14966"/>
            </a:avLst>
          </a:prstGeom>
          <a:solidFill>
            <a:srgbClr val="FFFFFF"/>
          </a:solidFill>
          <a:ln w="12700">
            <a:solidFill>
              <a:srgbClr val="DAD2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19" name="Text 14"/>
          <p:cNvSpPr/>
          <p:nvPr/>
        </p:nvSpPr>
        <p:spPr>
          <a:xfrm>
            <a:off x="8915400" y="4965192"/>
            <a:ext cx="2359152" cy="60487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915400" y="5653369"/>
            <a:ext cx="2359152" cy="4704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cor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0" y="0"/>
            <a:ext cx="3047695" cy="7315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40080" y="548640"/>
            <a:ext cx="118872" cy="118872"/>
          </a:xfrm>
          <a:prstGeom prst="ellipse">
            <a:avLst/>
          </a:prstGeom>
          <a:solidFill>
            <a:srgbClr val="6C4CF5"/>
          </a:solidFill>
          <a:ln/>
        </p:spPr>
      </p:sp>
      <p:sp>
        <p:nvSpPr>
          <p:cNvPr id="4" name="Text 1"/>
          <p:cNvSpPr/>
          <p:nvPr/>
        </p:nvSpPr>
        <p:spPr>
          <a:xfrm>
            <a:off x="841248" y="4572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150" dirty="0"/>
          </a:p>
        </p:txBody>
      </p:sp>
      <p:sp>
        <p:nvSpPr>
          <p:cNvPr id="5" name="Text 2"/>
          <p:cNvSpPr/>
          <p:nvPr/>
        </p:nvSpPr>
        <p:spPr>
          <a:xfrm>
            <a:off x="640080" y="7772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pic>
        <p:nvPicPr>
          <p:cNvPr id="6" name="Image 1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6492240"/>
            <a:ext cx="201168" cy="2011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966960" y="6473952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11274552" y="6473952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1051560" y="16916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0" name="Text 6"/>
          <p:cNvSpPr/>
          <p:nvPr/>
        </p:nvSpPr>
        <p:spPr>
          <a:xfrm>
            <a:off x="3566160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5394960" y="1691640"/>
            <a:ext cx="4325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9720072" y="16916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A98B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2057400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2057400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15" name="Text 11"/>
          <p:cNvSpPr/>
          <p:nvPr/>
        </p:nvSpPr>
        <p:spPr>
          <a:xfrm>
            <a:off x="1051560" y="2057400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3566160" y="2308860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17" name="Text 13"/>
          <p:cNvSpPr/>
          <p:nvPr/>
        </p:nvSpPr>
        <p:spPr>
          <a:xfrm>
            <a:off x="3566160" y="23088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LP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4023360" y="2057400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5394960" y="2057400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10424160" y="2354580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21" name="Text 17"/>
          <p:cNvSpPr/>
          <p:nvPr/>
        </p:nvSpPr>
        <p:spPr>
          <a:xfrm>
            <a:off x="10424160" y="2354580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640080" y="3054096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CAEBEA"/>
            </a:solidFill>
            <a:prstDash val="solid"/>
          </a:ln>
          <a:effectLst>
            <a:outerShdw sx="100000" sy="100000" kx="0" ky="0" algn="bl" rotWithShape="0" blurRad="127000" dist="25400" dir="5400000">
              <a:srgbClr val="10A6A0">
                <a:alpha val="10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640080" y="3054096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10A6A0"/>
          </a:solidFill>
          <a:ln/>
        </p:spPr>
      </p:sp>
      <p:sp>
        <p:nvSpPr>
          <p:cNvPr id="24" name="Text 20"/>
          <p:cNvSpPr/>
          <p:nvPr/>
        </p:nvSpPr>
        <p:spPr>
          <a:xfrm>
            <a:off x="1051560" y="3054096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3566160" y="3305556"/>
            <a:ext cx="365760" cy="365760"/>
          </a:xfrm>
          <a:prstGeom prst="ellipse">
            <a:avLst/>
          </a:prstGeom>
          <a:solidFill>
            <a:srgbClr val="D4EFEE"/>
          </a:solidFill>
          <a:ln/>
        </p:spPr>
      </p:sp>
      <p:sp>
        <p:nvSpPr>
          <p:cNvPr id="26" name="Text 22"/>
          <p:cNvSpPr/>
          <p:nvPr/>
        </p:nvSpPr>
        <p:spPr>
          <a:xfrm>
            <a:off x="3566160" y="33055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NR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4023360" y="3054096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5394960" y="3054096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9" name="Shape 25"/>
          <p:cNvSpPr/>
          <p:nvPr/>
        </p:nvSpPr>
        <p:spPr>
          <a:xfrm>
            <a:off x="10424160" y="3351276"/>
            <a:ext cx="896112" cy="274320"/>
          </a:xfrm>
          <a:prstGeom prst="roundRect">
            <a:avLst>
              <a:gd name="adj" fmla="val 50000"/>
            </a:avLst>
          </a:prstGeom>
          <a:solidFill>
            <a:srgbClr val="DBF2F1"/>
          </a:solidFill>
          <a:ln/>
        </p:spPr>
      </p:sp>
      <p:sp>
        <p:nvSpPr>
          <p:cNvPr id="30" name="Text 26"/>
          <p:cNvSpPr/>
          <p:nvPr/>
        </p:nvSpPr>
        <p:spPr>
          <a:xfrm>
            <a:off x="10424160" y="3351276"/>
            <a:ext cx="896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640080" y="4050792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FFDED7"/>
            </a:solidFill>
            <a:prstDash val="solid"/>
          </a:ln>
          <a:effectLst>
            <a:outerShdw sx="100000" sy="100000" kx="0" ky="0" algn="bl" rotWithShape="0" blurRad="127000" dist="25400" dir="5400000">
              <a:srgbClr val="FF6B4A">
                <a:alpha val="10000"/>
              </a:srgbClr>
            </a:outerShdw>
          </a:effectLst>
        </p:spPr>
      </p:sp>
      <p:sp>
        <p:nvSpPr>
          <p:cNvPr id="32" name="Shape 28"/>
          <p:cNvSpPr/>
          <p:nvPr/>
        </p:nvSpPr>
        <p:spPr>
          <a:xfrm>
            <a:off x="640080" y="4050792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FF6B4A"/>
          </a:solidFill>
          <a:ln/>
        </p:spPr>
      </p:sp>
      <p:sp>
        <p:nvSpPr>
          <p:cNvPr id="33" name="Text 29"/>
          <p:cNvSpPr/>
          <p:nvPr/>
        </p:nvSpPr>
        <p:spPr>
          <a:xfrm>
            <a:off x="1051560" y="4050792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3566160" y="4302252"/>
            <a:ext cx="365760" cy="365760"/>
          </a:xfrm>
          <a:prstGeom prst="ellipse">
            <a:avLst/>
          </a:prstGeom>
          <a:solidFill>
            <a:srgbClr val="FFE4DE"/>
          </a:solidFill>
          <a:ln/>
        </p:spPr>
      </p:sp>
      <p:sp>
        <p:nvSpPr>
          <p:cNvPr id="35" name="Text 31"/>
          <p:cNvSpPr/>
          <p:nvPr/>
        </p:nvSpPr>
        <p:spPr>
          <a:xfrm>
            <a:off x="3566160" y="43022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100" dirty="0"/>
          </a:p>
        </p:txBody>
      </p:sp>
      <p:sp>
        <p:nvSpPr>
          <p:cNvPr id="36" name="Text 32"/>
          <p:cNvSpPr/>
          <p:nvPr/>
        </p:nvSpPr>
        <p:spPr>
          <a:xfrm>
            <a:off x="4023360" y="4050792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394960" y="4050792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38" name="Shape 34"/>
          <p:cNvSpPr/>
          <p:nvPr/>
        </p:nvSpPr>
        <p:spPr>
          <a:xfrm>
            <a:off x="10190988" y="4347972"/>
            <a:ext cx="1129284" cy="274320"/>
          </a:xfrm>
          <a:prstGeom prst="roundRect">
            <a:avLst>
              <a:gd name="adj" fmla="val 50000"/>
            </a:avLst>
          </a:prstGeom>
          <a:solidFill>
            <a:srgbClr val="FFE9E4"/>
          </a:solidFill>
          <a:ln/>
        </p:spPr>
      </p:sp>
      <p:sp>
        <p:nvSpPr>
          <p:cNvPr id="39" name="Text 35"/>
          <p:cNvSpPr/>
          <p:nvPr/>
        </p:nvSpPr>
        <p:spPr>
          <a:xfrm>
            <a:off x="10190988" y="4347972"/>
            <a:ext cx="11292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40" name="Shape 36"/>
          <p:cNvSpPr/>
          <p:nvPr/>
        </p:nvSpPr>
        <p:spPr>
          <a:xfrm>
            <a:off x="640080" y="5047488"/>
            <a:ext cx="10908792" cy="868680"/>
          </a:xfrm>
          <a:prstGeom prst="roundRect">
            <a:avLst>
              <a:gd name="adj" fmla="val 18947"/>
            </a:avLst>
          </a:prstGeom>
          <a:solidFill>
            <a:srgbClr val="FFFFFF"/>
          </a:solidFill>
          <a:ln w="12700">
            <a:solidFill>
              <a:srgbClr val="DFD8FD"/>
            </a:solidFill>
            <a:prstDash val="solid"/>
          </a:ln>
          <a:effectLst>
            <a:outerShdw sx="100000" sy="100000" kx="0" ky="0" algn="bl" rotWithShape="0" blurRad="127000" dist="25400" dir="5400000">
              <a:srgbClr val="6C4CF5">
                <a:alpha val="10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640080" y="5047488"/>
            <a:ext cx="128016" cy="86868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2" name="Text 38"/>
          <p:cNvSpPr/>
          <p:nvPr/>
        </p:nvSpPr>
        <p:spPr>
          <a:xfrm>
            <a:off x="1051560" y="5047488"/>
            <a:ext cx="2423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3566160" y="5298948"/>
            <a:ext cx="365760" cy="365760"/>
          </a:xfrm>
          <a:prstGeom prst="ellipse">
            <a:avLst/>
          </a:prstGeom>
          <a:solidFill>
            <a:srgbClr val="E5DFFD"/>
          </a:solidFill>
          <a:ln/>
        </p:spPr>
      </p:sp>
      <p:sp>
        <p:nvSpPr>
          <p:cNvPr id="44" name="Text 40"/>
          <p:cNvSpPr/>
          <p:nvPr/>
        </p:nvSpPr>
        <p:spPr>
          <a:xfrm>
            <a:off x="3566160" y="52989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ML</a:t>
            </a:r>
            <a:endParaRPr lang="en-US" sz="1100" dirty="0"/>
          </a:p>
        </p:txBody>
      </p:sp>
      <p:sp>
        <p:nvSpPr>
          <p:cNvPr id="45" name="Text 41"/>
          <p:cNvSpPr/>
          <p:nvPr/>
        </p:nvSpPr>
        <p:spPr>
          <a:xfrm>
            <a:off x="4023360" y="5047488"/>
            <a:ext cx="1325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55536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100" dirty="0"/>
          </a:p>
        </p:txBody>
      </p:sp>
      <p:sp>
        <p:nvSpPr>
          <p:cNvPr id="46" name="Text 42"/>
          <p:cNvSpPr/>
          <p:nvPr/>
        </p:nvSpPr>
        <p:spPr>
          <a:xfrm>
            <a:off x="5394960" y="5047488"/>
            <a:ext cx="40965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555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47" name="Shape 43"/>
          <p:cNvSpPr/>
          <p:nvPr/>
        </p:nvSpPr>
        <p:spPr>
          <a:xfrm>
            <a:off x="10735056" y="5344668"/>
            <a:ext cx="585216" cy="274320"/>
          </a:xfrm>
          <a:prstGeom prst="roundRect">
            <a:avLst>
              <a:gd name="adj" fmla="val 50000"/>
            </a:avLst>
          </a:prstGeom>
          <a:solidFill>
            <a:srgbClr val="6C4CF5"/>
          </a:solidFill>
          <a:ln/>
        </p:spPr>
      </p:sp>
      <p:sp>
        <p:nvSpPr>
          <p:cNvPr id="48" name="Text 44"/>
          <p:cNvSpPr/>
          <p:nvPr/>
        </p:nvSpPr>
        <p:spPr>
          <a:xfrm>
            <a:off x="10735056" y="5344668"/>
            <a:ext cx="5852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71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SxFlm7/trail_booken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SxFlm7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44" y="658368"/>
            <a:ext cx="521232" cy="6035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645920" y="548640"/>
            <a:ext cx="5486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7498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C94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&amp;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577840"/>
            <a:ext cx="1719072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17190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2587752" y="5577840"/>
            <a:ext cx="2423160" cy="566928"/>
          </a:xfrm>
          <a:prstGeom prst="roundRect">
            <a:avLst>
              <a:gd name="adj" fmla="val 50000"/>
            </a:avLst>
          </a:prstGeom>
          <a:solidFill>
            <a:srgbClr val="FFFFFF">
              <a:alpha val="12000"/>
            </a:srgbClr>
          </a:solidFill>
          <a:ln w="9525">
            <a:solidFill>
              <a:srgbClr val="FFFFFF">
                <a:alpha val="30000"/>
              </a:srgbClr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2587752" y="5577840"/>
            <a:ext cx="2423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  </a:t>
            </a:r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11" name="Image 2" descr="/var/folders/lw/rmylcyvd5rjfxk9g1z9rrm8w0000gq/T/showship-deck-SxFlm7/trail_mar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46920" y="5760720"/>
            <a:ext cx="256032" cy="25603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9966960" y="573328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B9B5E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2026-10-09T12:20:46Z</dcterms:created>
  <dcterms:modified xsi:type="dcterms:W3CDTF">2026-10-09T12:20:46Z</dcterms:modified>
</cp:coreProperties>
</file>