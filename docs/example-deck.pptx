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8DB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C8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sessions/beautiful-vigilant-darwin/tmp/showship-deck-XigHks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4699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3017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 is needed this week: can patients turn off SMS reminders and keep email only? (see Decisions Needed)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0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200" dirty="0"/>
          </a:p>
        </p:txBody>
      </p:sp>
      <p:sp>
        <p:nvSpPr>
          <p:cNvPr id="16" name="Text 14"/>
          <p:cNvSpPr/>
          <p:nvPr/>
        </p:nvSpPr>
        <p:spPr>
          <a:xfrm>
            <a:off x="4206240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06240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0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611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91858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91858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91858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6200" dirty="0"/>
          </a:p>
        </p:txBody>
      </p:sp>
      <p:sp>
        <p:nvSpPr>
          <p:cNvPr id="24" name="Text 22"/>
          <p:cNvSpPr/>
          <p:nvPr/>
        </p:nvSpPr>
        <p:spPr>
          <a:xfrm>
            <a:off x="6791858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791858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91858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91858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171737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77477" y="1783080"/>
            <a:ext cx="217413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77477" y="1920240"/>
            <a:ext cx="2174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377477" y="2377440"/>
            <a:ext cx="21741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6200" dirty="0"/>
          </a:p>
        </p:txBody>
      </p:sp>
      <p:sp>
        <p:nvSpPr>
          <p:cNvPr id="32" name="Text 30"/>
          <p:cNvSpPr/>
          <p:nvPr/>
        </p:nvSpPr>
        <p:spPr>
          <a:xfrm>
            <a:off x="9377477" y="3703320"/>
            <a:ext cx="21741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377477" y="4114800"/>
            <a:ext cx="217413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77477" y="4270248"/>
            <a:ext cx="2174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377477" y="4983480"/>
            <a:ext cx="21741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finished; usage tracking is being rolled out.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017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93192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1783080"/>
            <a:ext cx="734537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130552"/>
            <a:ext cx="0" cy="336042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51960" y="2057400"/>
            <a:ext cx="146304" cy="146304"/>
          </a:xfrm>
          <a:prstGeom prst="rect">
            <a:avLst/>
          </a:prstGeom>
          <a:solidFill>
            <a:srgbClr val="A4471F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20116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17920" y="193852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22815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17920" y="233172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290322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1960" y="317754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1318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17920" y="305866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722815" y="31226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217920" y="345186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402336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51960" y="429768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42519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17920" y="417880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722815" y="42428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17920" y="457200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5143500"/>
            <a:ext cx="688817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51960" y="5417820"/>
            <a:ext cx="146304" cy="146304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53721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17920" y="5298948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722815" y="53629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17920" y="5692140"/>
            <a:ext cx="53336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202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88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3383280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566160"/>
            <a:ext cx="219913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54880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3566160"/>
            <a:ext cx="190186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8153248" y="1920240"/>
            <a:ext cx="0" cy="2194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1848" y="1920240"/>
            <a:ext cx="316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81848" y="2286000"/>
            <a:ext cx="3169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1848" y="2560320"/>
            <a:ext cx="3169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5400" dirty="0"/>
          </a:p>
        </p:txBody>
      </p:sp>
      <p:sp>
        <p:nvSpPr>
          <p:cNvPr id="25" name="Shape 23"/>
          <p:cNvSpPr/>
          <p:nvPr/>
        </p:nvSpPr>
        <p:spPr>
          <a:xfrm>
            <a:off x="8381848" y="3566160"/>
            <a:ext cx="316976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1848" y="3566160"/>
            <a:ext cx="221883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080" y="443484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1600200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01058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29658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5389778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990637" y="466344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9237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9179357" y="4617720"/>
            <a:ext cx="2372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= average completion of each track's four phases.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LEO PARK @LEO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87088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87088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87088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4736592"/>
            <a:ext cx="2054291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87088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95848" y="1920240"/>
            <a:ext cx="0" cy="434340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5888" y="189280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15888" y="233172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· NINA RAO @NINA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15888" y="2679192"/>
            <a:ext cx="5135728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15888" y="278892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362895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7" name="Shape 35"/>
          <p:cNvSpPr/>
          <p:nvPr/>
        </p:nvSpPr>
        <p:spPr>
          <a:xfrm>
            <a:off x="6415888" y="322783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15888" y="354330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362895" y="35433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1" name="Shape 39"/>
          <p:cNvSpPr/>
          <p:nvPr/>
        </p:nvSpPr>
        <p:spPr>
          <a:xfrm>
            <a:off x="6415888" y="3982212"/>
            <a:ext cx="5135728" cy="45720"/>
          </a:xfrm>
          <a:prstGeom prst="rect">
            <a:avLst/>
          </a:prstGeom>
          <a:solidFill>
            <a:srgbClr val="1F5C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15888" y="429768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362895" y="4297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15888" y="473659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5" name="Text 43"/>
          <p:cNvSpPr/>
          <p:nvPr/>
        </p:nvSpPr>
        <p:spPr>
          <a:xfrm>
            <a:off x="6415888" y="5052060"/>
            <a:ext cx="394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0362895" y="50520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415888" y="5490972"/>
            <a:ext cx="513572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48" name="Shape 46"/>
          <p:cNvSpPr/>
          <p:nvPr/>
        </p:nvSpPr>
        <p:spPr>
          <a:xfrm>
            <a:off x="6415888" y="5490972"/>
            <a:ext cx="4108582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49" name="Text 47"/>
          <p:cNvSpPr/>
          <p:nvPr/>
        </p:nvSpPr>
        <p:spPr>
          <a:xfrm>
            <a:off x="6415888" y="5879592"/>
            <a:ext cx="513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148840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01058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9658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938418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90637" y="1965960"/>
            <a:ext cx="0" cy="73152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237" y="189280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727997" y="1892808"/>
            <a:ext cx="1823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1272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314553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265615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417320" y="341985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417320" y="396240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721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417320" y="409041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265615" y="4081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3F6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17320" y="436473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417320" y="4907280"/>
            <a:ext cx="10134295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017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417320" y="5035296"/>
            <a:ext cx="7802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265615" y="5026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r" indent="0" marL="0">
              <a:buNone/>
            </a:pPr>
            <a:r>
              <a:rPr lang="en-US" sz="950" b="1" spc="15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417320" y="5309616"/>
            <a:ext cx="780257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591616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783080"/>
            <a:ext cx="5090008" cy="0"/>
          </a:xfrm>
          <a:prstGeom prst="line">
            <a:avLst/>
          </a:prstGeom>
          <a:noFill/>
          <a:ln w="38100">
            <a:solidFill>
              <a:srgbClr val="A447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44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447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61608" y="1783080"/>
            <a:ext cx="5090008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1608" y="1929384"/>
            <a:ext cx="509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6160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93128" y="2377440"/>
            <a:ext cx="43584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6596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532888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8058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246120"/>
            <a:ext cx="1999427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Sign-in and clinic search done; booking calendar in progress.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01058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29658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9658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429658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42965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499658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75553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6322466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47637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4429658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35" name="Shape 33"/>
          <p:cNvSpPr/>
          <p:nvPr/>
        </p:nvSpPr>
        <p:spPr>
          <a:xfrm>
            <a:off x="4429658" y="3246120"/>
            <a:ext cx="2332665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36" name="Text 34"/>
          <p:cNvSpPr/>
          <p:nvPr/>
        </p:nvSpPr>
        <p:spPr>
          <a:xfrm>
            <a:off x="4429658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and schedules done; reminders in final review.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429658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9658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429658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429658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— in review (5/5)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429658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(0/4)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990637" y="1920240"/>
            <a:ext cx="0" cy="397764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9237" y="1783080"/>
            <a:ext cx="3332378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19237" y="1874520"/>
            <a:ext cx="3332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219237" y="2286000"/>
            <a:ext cx="33323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21923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47" name="Text 45"/>
          <p:cNvSpPr/>
          <p:nvPr/>
        </p:nvSpPr>
        <p:spPr>
          <a:xfrm>
            <a:off x="878616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545117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49" name="Text 47"/>
          <p:cNvSpPr/>
          <p:nvPr/>
        </p:nvSpPr>
        <p:spPr>
          <a:xfrm>
            <a:off x="10112045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0637215" y="2606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8219237" y="3246120"/>
            <a:ext cx="3332378" cy="45720"/>
          </a:xfrm>
          <a:prstGeom prst="rect">
            <a:avLst/>
          </a:prstGeom>
          <a:solidFill>
            <a:srgbClr val="ECECE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9237" y="3246120"/>
            <a:ext cx="2499284" cy="45720"/>
          </a:xfrm>
          <a:prstGeom prst="rect">
            <a:avLst/>
          </a:prstGeom>
          <a:solidFill>
            <a:srgbClr val="8DB39A"/>
          </a:solidFill>
          <a:ln/>
        </p:spPr>
      </p:sp>
      <p:sp>
        <p:nvSpPr>
          <p:cNvPr id="53" name="Text 51"/>
          <p:cNvSpPr/>
          <p:nvPr/>
        </p:nvSpPr>
        <p:spPr>
          <a:xfrm>
            <a:off x="8219237" y="3383280"/>
            <a:ext cx="33323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A4A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transfer finished; usage tracking being rolled out.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219237" y="4023360"/>
            <a:ext cx="3332378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19237" y="4142232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19237" y="4581144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219237" y="5020056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DB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219237" y="5458968"/>
            <a:ext cx="3332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· 3 features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Done/Open = planned tasks this week; work in review stays open until approved.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274320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7452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" y="272582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6804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" y="421934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861560"/>
            <a:ext cx="2743200" cy="8214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5712866"/>
            <a:ext cx="2743200" cy="522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0" y="1783080"/>
            <a:ext cx="0" cy="448056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783080"/>
            <a:ext cx="7619695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graphicFrame>
        <p:nvGraphicFramePr>
          <p:cNvPr id="20" name="Chart 0" descr=""/>
          <p:cNvGraphicFramePr/>
          <p:nvPr/>
        </p:nvGraphicFramePr>
        <p:xfrm>
          <a:off x="3840480" y="1920240"/>
          <a:ext cx="7711135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3931920" y="5916168"/>
            <a:ext cx="7619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73952"/>
            <a:ext cx="10908792" cy="0"/>
          </a:xfrm>
          <a:prstGeom prst="line">
            <a:avLst/>
          </a:prstGeom>
          <a:noFill/>
          <a:ln w="9525">
            <a:solidFill>
              <a:srgbClr val="D6D6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  ·  October 9,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"/>
            <a:ext cx="10908792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768096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1499616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4690872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200" kern="0" dirty="0">
                          <a:solidFill>
                            <a:srgbClr val="8C8C8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Patient App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P3 · 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ClinicBook · Clinic Dashboard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P4 · 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PulseBoard · Usage Tracking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3F6A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IN PROGRESS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App Store Release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00" kern="0" dirty="0">
                          <a:solidFill>
                            <a:srgbClr val="1F5C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  DONE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6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08792" cy="0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4" name="Image 0" descr="/sessions/beautiful-vigilant-darwin/tmp/showship-deck-XigHks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474699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960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Digital Co., Ltd.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640080" y="3703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5C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5532120"/>
            <a:ext cx="1090879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434072" y="568756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8C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62472" y="5943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2026-10-05T14:28:33Z</dcterms:created>
  <dcterms:modified xsi:type="dcterms:W3CDTF">2026-10-05T14:28:33Z</dcterms:modified>
</cp:coreProperties>
</file>