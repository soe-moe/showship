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8DB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C8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zYh8PE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017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 is needed this week: can patients turn off SMS reminders and keep email only? (see Decisions Needed)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2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0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611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91858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1858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91858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6200" dirty="0"/>
          </a:p>
        </p:txBody>
      </p:sp>
      <p:sp>
        <p:nvSpPr>
          <p:cNvPr id="24" name="Text 22"/>
          <p:cNvSpPr/>
          <p:nvPr/>
        </p:nvSpPr>
        <p:spPr>
          <a:xfrm>
            <a:off x="6791858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91858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1858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91858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71737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7477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7477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77477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6200" dirty="0"/>
          </a:p>
        </p:txBody>
      </p:sp>
      <p:sp>
        <p:nvSpPr>
          <p:cNvPr id="32" name="Text 30"/>
          <p:cNvSpPr/>
          <p:nvPr/>
        </p:nvSpPr>
        <p:spPr>
          <a:xfrm>
            <a:off x="9377477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77477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7477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377477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1783080"/>
            <a:ext cx="734537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130552"/>
            <a:ext cx="0" cy="336042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057400"/>
            <a:ext cx="146304" cy="146304"/>
          </a:xfrm>
          <a:prstGeom prst="rect">
            <a:avLst/>
          </a:prstGeom>
          <a:solidFill>
            <a:srgbClr val="A4471F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2011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193852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22815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90322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7754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1318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05866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22815" y="3122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345186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51960" y="429768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251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417880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722815" y="4242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457200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514350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51960" y="541782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53721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529894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22815" y="53629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17920" y="569214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88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383280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566160"/>
            <a:ext cx="219913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566160"/>
            <a:ext cx="190186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8153248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81848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848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5400" dirty="0"/>
          </a:p>
        </p:txBody>
      </p:sp>
      <p:sp>
        <p:nvSpPr>
          <p:cNvPr id="25" name="Shape 23"/>
          <p:cNvSpPr/>
          <p:nvPr/>
        </p:nvSpPr>
        <p:spPr>
          <a:xfrm>
            <a:off x="8381848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1848" y="3566160"/>
            <a:ext cx="221883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1600200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1058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9658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5389778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990637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9237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9179357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Leo Park @Leo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7088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87088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87088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36592"/>
            <a:ext cx="205429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7088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584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5888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15888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Nina Rao @Nina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15888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5888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362895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7" name="Shape 35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15888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362895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1" name="Shape 39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15888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62895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15888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5" name="Text 43"/>
          <p:cNvSpPr/>
          <p:nvPr/>
        </p:nvSpPr>
        <p:spPr>
          <a:xfrm>
            <a:off x="6415888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362895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415888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8" name="Shape 46"/>
          <p:cNvSpPr/>
          <p:nvPr/>
        </p:nvSpPr>
        <p:spPr>
          <a:xfrm>
            <a:off x="6415888" y="5490972"/>
            <a:ext cx="410858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49" name="Text 47"/>
          <p:cNvSpPr/>
          <p:nvPr/>
        </p:nvSpPr>
        <p:spPr>
          <a:xfrm>
            <a:off x="6415888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F5C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30624" y="1783080"/>
            <a:ext cx="0" cy="3694938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7784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6384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8328" y="1783080"/>
            <a:ext cx="0" cy="3694938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95488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24088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7777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148840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01058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658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938418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90637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237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727997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272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314553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65615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17320" y="341985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17320" y="396240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72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17320" y="409041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65615" y="4081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436473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417320" y="490728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17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17320" y="503529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65615" y="5026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417320" y="530961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1616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5090008" cy="0"/>
          </a:xfrm>
          <a:prstGeom prst="line">
            <a:avLst/>
          </a:prstGeom>
          <a:noFill/>
          <a:ln w="38100">
            <a:solidFill>
              <a:srgbClr val="A44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447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61608" y="1783080"/>
            <a:ext cx="5090008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608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6160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93128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53288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58058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246120"/>
            <a:ext cx="199942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and clinic search done; booking calendar in progress.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01058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9658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9658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429658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2965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9658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5553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2246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47637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429658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4429658" y="3246120"/>
            <a:ext cx="2332665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36" name="Text 34"/>
          <p:cNvSpPr/>
          <p:nvPr/>
        </p:nvSpPr>
        <p:spPr>
          <a:xfrm>
            <a:off x="4429658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and schedules done; reminders in final review.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29658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9658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29658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29658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29658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990637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9237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19237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219237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1923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47" name="Text 45"/>
          <p:cNvSpPr/>
          <p:nvPr/>
        </p:nvSpPr>
        <p:spPr>
          <a:xfrm>
            <a:off x="878616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4511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011204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637215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8219237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9237" y="3246120"/>
            <a:ext cx="2499284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53" name="Text 51"/>
          <p:cNvSpPr/>
          <p:nvPr/>
        </p:nvSpPr>
        <p:spPr>
          <a:xfrm>
            <a:off x="8219237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transfer done; usage tracking rolling out.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19237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9237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19237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9237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19237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27432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272582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804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421934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6156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571286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783080"/>
            <a:ext cx="761969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3840480" y="1920240"/>
          <a:ext cx="7711135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3931920" y="5916168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4690872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Patient App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Clinic Dashboard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PulseBoard · Usage Tracking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 Store Release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776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zYh8PE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2026-10-15T14:34:29Z</dcterms:created>
  <dcterms:modified xsi:type="dcterms:W3CDTF">2026-10-15T14:34:29Z</dcterms:modified>
</cp:coreProperties>
</file>