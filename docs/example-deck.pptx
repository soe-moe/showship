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1F5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8DB3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8C8C8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Georgi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08792" cy="0"/>
          </a:xfrm>
          <a:prstGeom prst="line">
            <a:avLst/>
          </a:prstGeom>
          <a:noFill/>
          <a:ln w="381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pic>
        <p:nvPicPr>
          <p:cNvPr id="4" name="Image 0" descr="/var/folders/lw/rmylcyvd5rjfxk9g1z9rrm8w0000gq/T/showship-deck-07m3yT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60120"/>
            <a:ext cx="473847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960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2514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report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28803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Weekly Development</a:t>
            </a:r>
            <a:endParaRPr lang="en-US" sz="4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Progress Report</a:t>
            </a:r>
            <a:endParaRPr lang="en-US" sz="4800" dirty="0"/>
          </a:p>
        </p:txBody>
      </p:sp>
      <p:sp>
        <p:nvSpPr>
          <p:cNvPr id="8" name="Shape 5"/>
          <p:cNvSpPr/>
          <p:nvPr/>
        </p:nvSpPr>
        <p:spPr>
          <a:xfrm>
            <a:off x="640080" y="5532120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68756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5943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Maya Lin @Maya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434072" y="568756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062472" y="5943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October 9, 2026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Week at a Glance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301752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2024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update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240280"/>
            <a:ext cx="30175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decision is needed this week: can patients turn off SMS reminders and keep email only? (see Decisions Needed)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3931920" y="1783080"/>
            <a:ext cx="0" cy="4480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06240" y="1783080"/>
            <a:ext cx="217413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0" y="1920240"/>
            <a:ext cx="2174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Release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206240" y="2377440"/>
            <a:ext cx="21741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200" dirty="0"/>
          </a:p>
        </p:txBody>
      </p:sp>
      <p:sp>
        <p:nvSpPr>
          <p:cNvPr id="16" name="Text 14"/>
          <p:cNvSpPr/>
          <p:nvPr/>
        </p:nvSpPr>
        <p:spPr>
          <a:xfrm>
            <a:off x="4206240" y="3703320"/>
            <a:ext cx="21741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06240" y="4114800"/>
            <a:ext cx="217413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06240" y="4270248"/>
            <a:ext cx="2174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Account Verified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206240" y="4983480"/>
            <a:ext cx="217413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approved our company account; the app is now in TestFlight.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6118" y="1920240"/>
            <a:ext cx="0" cy="434340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91858" y="1783080"/>
            <a:ext cx="217413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91858" y="1920240"/>
            <a:ext cx="2174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&amp; Clinic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91858" y="2377440"/>
            <a:ext cx="21741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65%</a:t>
            </a:r>
            <a:endParaRPr lang="en-US" sz="6200" dirty="0"/>
          </a:p>
        </p:txBody>
      </p:sp>
      <p:sp>
        <p:nvSpPr>
          <p:cNvPr id="24" name="Text 22"/>
          <p:cNvSpPr/>
          <p:nvPr/>
        </p:nvSpPr>
        <p:spPr>
          <a:xfrm>
            <a:off x="6791858" y="3703320"/>
            <a:ext cx="21741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1100" b="1" dirty="0">
                <a:solidFill>
                  <a:srgbClr val="3F6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791858" y="4114800"/>
            <a:ext cx="217413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91858" y="4270248"/>
            <a:ext cx="2174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of 8 Phases Complete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791858" y="4983480"/>
            <a:ext cx="217413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and clinic dashboard are being built in parallel.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171737" y="1920240"/>
            <a:ext cx="0" cy="434340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377477" y="1783080"/>
            <a:ext cx="217413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77477" y="1920240"/>
            <a:ext cx="2174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Analytics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377477" y="2377440"/>
            <a:ext cx="21741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/ 2</a:t>
            </a:r>
            <a:endParaRPr lang="en-US" sz="6200" dirty="0"/>
          </a:p>
        </p:txBody>
      </p:sp>
      <p:sp>
        <p:nvSpPr>
          <p:cNvPr id="32" name="Text 30"/>
          <p:cNvSpPr/>
          <p:nvPr/>
        </p:nvSpPr>
        <p:spPr>
          <a:xfrm>
            <a:off x="9377477" y="3703320"/>
            <a:ext cx="21741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1100" b="1" dirty="0">
                <a:solidFill>
                  <a:srgbClr val="3F6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377477" y="4114800"/>
            <a:ext cx="217413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77477" y="4270248"/>
            <a:ext cx="2174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Workstreams Complete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9377477" y="4983480"/>
            <a:ext cx="217413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the new system finished; usage tracking is being rolled out.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· App Store Release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Store: Developer Account Verified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301752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1109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 RESOLVED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37744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69748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app is published under the company's own verified account, ready for beta testers.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931920" y="1783080"/>
            <a:ext cx="0" cy="4480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1783080"/>
            <a:ext cx="7345375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130552"/>
            <a:ext cx="0" cy="336042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51960" y="2057400"/>
            <a:ext cx="146304" cy="146304"/>
          </a:xfrm>
          <a:prstGeom prst="rect">
            <a:avLst/>
          </a:prstGeom>
          <a:solidFill>
            <a:srgbClr val="A4471F"/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0" y="20116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44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week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17920" y="1938528"/>
            <a:ext cx="3413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Blocked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722815" y="20025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44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1100" b="1" dirty="0">
                <a:solidFill>
                  <a:srgbClr val="A44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17920" y="2331720"/>
            <a:ext cx="5333695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for the company's D-U-N-S business number.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63440" y="2903220"/>
            <a:ext cx="6888175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1960" y="3177540"/>
            <a:ext cx="146304" cy="146304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23" name="Text 21"/>
          <p:cNvSpPr/>
          <p:nvPr/>
        </p:nvSpPr>
        <p:spPr>
          <a:xfrm>
            <a:off x="4663440" y="313182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0" y="3058668"/>
            <a:ext cx="3413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Number Received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722815" y="31226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217920" y="3451860"/>
            <a:ext cx="5333695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provided the D-U-N-S number.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663440" y="4023360"/>
            <a:ext cx="6888175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51960" y="4297680"/>
            <a:ext cx="146304" cy="146304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29" name="Text 27"/>
          <p:cNvSpPr/>
          <p:nvPr/>
        </p:nvSpPr>
        <p:spPr>
          <a:xfrm>
            <a:off x="4663440" y="42519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17920" y="4178808"/>
            <a:ext cx="3413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Account Verified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9722815" y="42428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217920" y="4572000"/>
            <a:ext cx="5333695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verified the company developer account.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663440" y="5143500"/>
            <a:ext cx="6888175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51960" y="5417820"/>
            <a:ext cx="146304" cy="146304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35" name="Text 33"/>
          <p:cNvSpPr/>
          <p:nvPr/>
        </p:nvSpPr>
        <p:spPr>
          <a:xfrm>
            <a:off x="4663440" y="537210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217920" y="5298948"/>
            <a:ext cx="3413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TestFlight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9722815" y="53629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217920" y="5692140"/>
            <a:ext cx="5333695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build available to internal testers.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Progress Overview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Patient App &amp; Clinic Dashboard Progress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10911535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2024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Progress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65%</a:t>
            </a:r>
            <a:endParaRPr lang="en-US" sz="88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3383280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3566160"/>
            <a:ext cx="2199132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703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+ Clinic dashboard · 8 phases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26280" y="1920240"/>
            <a:ext cx="0" cy="2194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1920240"/>
            <a:ext cx="316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Patient App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754880" y="2286000"/>
            <a:ext cx="3169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2560320"/>
            <a:ext cx="3169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5400" dirty="0"/>
          </a:p>
        </p:txBody>
      </p:sp>
      <p:sp>
        <p:nvSpPr>
          <p:cNvPr id="19" name="Shape 17"/>
          <p:cNvSpPr/>
          <p:nvPr/>
        </p:nvSpPr>
        <p:spPr>
          <a:xfrm>
            <a:off x="4754880" y="3566160"/>
            <a:ext cx="316976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20" name="Shape 18"/>
          <p:cNvSpPr/>
          <p:nvPr/>
        </p:nvSpPr>
        <p:spPr>
          <a:xfrm>
            <a:off x="4754880" y="3566160"/>
            <a:ext cx="1901861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21" name="Shape 19"/>
          <p:cNvSpPr/>
          <p:nvPr/>
        </p:nvSpPr>
        <p:spPr>
          <a:xfrm>
            <a:off x="8153248" y="1920240"/>
            <a:ext cx="0" cy="2194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81848" y="1920240"/>
            <a:ext cx="316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 Dashboard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381848" y="2286000"/>
            <a:ext cx="3169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81848" y="2560320"/>
            <a:ext cx="3169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5400" dirty="0"/>
          </a:p>
        </p:txBody>
      </p:sp>
      <p:sp>
        <p:nvSpPr>
          <p:cNvPr id="25" name="Shape 23"/>
          <p:cNvSpPr/>
          <p:nvPr/>
        </p:nvSpPr>
        <p:spPr>
          <a:xfrm>
            <a:off x="8381848" y="3566160"/>
            <a:ext cx="316976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26" name="Shape 24"/>
          <p:cNvSpPr/>
          <p:nvPr/>
        </p:nvSpPr>
        <p:spPr>
          <a:xfrm>
            <a:off x="8381848" y="3566160"/>
            <a:ext cx="2218837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27" name="Shape 25"/>
          <p:cNvSpPr/>
          <p:nvPr/>
        </p:nvSpPr>
        <p:spPr>
          <a:xfrm>
            <a:off x="640080" y="4434840"/>
            <a:ext cx="1091153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17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200" dirty="0"/>
          </a:p>
        </p:txBody>
      </p:sp>
      <p:sp>
        <p:nvSpPr>
          <p:cNvPr id="29" name="Text 27"/>
          <p:cNvSpPr/>
          <p:nvPr/>
        </p:nvSpPr>
        <p:spPr>
          <a:xfrm>
            <a:off x="1600200" y="4617720"/>
            <a:ext cx="2372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Completed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201058" y="4663440"/>
            <a:ext cx="0" cy="73152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29658" y="4617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200" dirty="0"/>
          </a:p>
        </p:txBody>
      </p:sp>
      <p:sp>
        <p:nvSpPr>
          <p:cNvPr id="32" name="Text 30"/>
          <p:cNvSpPr/>
          <p:nvPr/>
        </p:nvSpPr>
        <p:spPr>
          <a:xfrm>
            <a:off x="5389778" y="4617720"/>
            <a:ext cx="2372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In Progress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990637" y="4663440"/>
            <a:ext cx="0" cy="73152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19237" y="4617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200" dirty="0"/>
          </a:p>
        </p:txBody>
      </p:sp>
      <p:sp>
        <p:nvSpPr>
          <p:cNvPr id="35" name="Text 33"/>
          <p:cNvSpPr/>
          <p:nvPr/>
        </p:nvSpPr>
        <p:spPr>
          <a:xfrm>
            <a:off x="9179357" y="4617720"/>
            <a:ext cx="2372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Not Started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" y="59436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Progress = average completion of each track's four phases.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Phase Breakdown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Status of Each Phase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513572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92808"/>
            <a:ext cx="513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Patient App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· Leo Park @Leo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679192"/>
            <a:ext cx="5135728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78892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87088" y="2788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322783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3227832"/>
            <a:ext cx="5135728" cy="45720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4330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87088" y="35433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40080" y="398221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3982212"/>
            <a:ext cx="5135728" cy="45720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29768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87088" y="42976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40080" y="473659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24" name="Shape 22"/>
          <p:cNvSpPr/>
          <p:nvPr/>
        </p:nvSpPr>
        <p:spPr>
          <a:xfrm>
            <a:off x="640080" y="4736592"/>
            <a:ext cx="2054291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206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87088" y="50520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started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49097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879592"/>
            <a:ext cx="513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Booking calendar underway; payments are next.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095848" y="1920240"/>
            <a:ext cx="0" cy="434340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15888" y="1783080"/>
            <a:ext cx="513572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15888" y="1892808"/>
            <a:ext cx="513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 Dashboard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415888" y="233172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· Nina Rao @Nina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15888" y="2679192"/>
            <a:ext cx="5135728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15888" y="278892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10362895" y="2788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415888" y="322783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37" name="Shape 35"/>
          <p:cNvSpPr/>
          <p:nvPr/>
        </p:nvSpPr>
        <p:spPr>
          <a:xfrm>
            <a:off x="6415888" y="3227832"/>
            <a:ext cx="5135728" cy="45720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38" name="Text 36"/>
          <p:cNvSpPr/>
          <p:nvPr/>
        </p:nvSpPr>
        <p:spPr>
          <a:xfrm>
            <a:off x="6415888" y="354330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362895" y="35433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6415888" y="398221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41" name="Shape 39"/>
          <p:cNvSpPr/>
          <p:nvPr/>
        </p:nvSpPr>
        <p:spPr>
          <a:xfrm>
            <a:off x="6415888" y="3982212"/>
            <a:ext cx="5135728" cy="45720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15888" y="429768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0362895" y="42976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started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15888" y="473659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45" name="Text 43"/>
          <p:cNvSpPr/>
          <p:nvPr/>
        </p:nvSpPr>
        <p:spPr>
          <a:xfrm>
            <a:off x="6415888" y="505206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 &amp; Notifications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10362895" y="50520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80%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415888" y="549097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48" name="Shape 46"/>
          <p:cNvSpPr/>
          <p:nvPr/>
        </p:nvSpPr>
        <p:spPr>
          <a:xfrm>
            <a:off x="6415888" y="5490972"/>
            <a:ext cx="4108582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49" name="Text 47"/>
          <p:cNvSpPr/>
          <p:nvPr/>
        </p:nvSpPr>
        <p:spPr>
          <a:xfrm>
            <a:off x="6415888" y="5879592"/>
            <a:ext cx="513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Reminders are in final review; 4 of 5 parts verified.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· Code Review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Check: Issues Caught Before Release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10911535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92808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1F5C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2148840" y="1892808"/>
            <a:ext cx="1823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reviewed this week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201058" y="1965960"/>
            <a:ext cx="0" cy="73152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29658" y="1892808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5938418" y="1892808"/>
            <a:ext cx="1823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for release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90637" y="1965960"/>
            <a:ext cx="0" cy="73152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9237" y="1892808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212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9727997" y="1892808"/>
            <a:ext cx="1823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 passing (100%)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3017520"/>
            <a:ext cx="1091153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12724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417320" y="3145536"/>
            <a:ext cx="7802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Appointment Reminders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65615" y="3136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17320" y="3419856"/>
            <a:ext cx="780257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Clinics can send SMS and email reminders 24 hours and 2 hours before each appointment.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417320" y="3962400"/>
            <a:ext cx="10134295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07212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417320" y="4090416"/>
            <a:ext cx="7802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265615" y="40812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1100" b="1" dirty="0">
                <a:solidFill>
                  <a:srgbClr val="3F6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BEFORE RELEASE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417320" y="4364736"/>
            <a:ext cx="780257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could receive the same reminder twice if sending is retried. Small fix identified.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1417320" y="4907280"/>
            <a:ext cx="10134295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01700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417320" y="5035296"/>
            <a:ext cx="7802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265615" y="50261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417320" y="5309616"/>
            <a:ext cx="780257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phone numbers are hidden in system logs and only visible to clinic staff.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40080" y="591616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Source: lead's code reviews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Attention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Blockers &amp; Decisions Needed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95848" y="1783080"/>
            <a:ext cx="0" cy="4480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783080"/>
            <a:ext cx="5090008" cy="0"/>
          </a:xfrm>
          <a:prstGeom prst="line">
            <a:avLst/>
          </a:prstGeom>
          <a:noFill/>
          <a:ln w="38100">
            <a:solidFill>
              <a:srgbClr val="A447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929384"/>
            <a:ext cx="509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44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Blockers &amp; Risks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A447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71600" y="2377440"/>
            <a:ext cx="43584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Reminders release waiting on one fix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reminders must be prevented before release. Fix is small and already tested.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 · Expected: next week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61608" y="1783080"/>
            <a:ext cx="5090008" cy="0"/>
          </a:xfrm>
          <a:prstGeom prst="line">
            <a:avLst/>
          </a:prstGeom>
          <a:noFill/>
          <a:ln w="38100">
            <a:solidFill>
              <a:srgbClr val="1A1A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61608" y="1929384"/>
            <a:ext cx="509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Needed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61608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F5C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193128" y="2377440"/>
            <a:ext cx="43584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patients turn off SMS reminders and keep email only?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every patient with a phone number receives SMS reminders; some clinics report complaints.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Options: allow opt-out · clinic decides per patient · keep as today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Task Tracker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Task Track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333237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74520"/>
            <a:ext cx="3332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Leo Park @Leo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2286000"/>
            <a:ext cx="33323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App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1207008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96596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2532888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058058" y="26060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40080" y="3246120"/>
            <a:ext cx="333237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" y="3246120"/>
            <a:ext cx="1999427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383280"/>
            <a:ext cx="33323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4A4A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Sign-in and clinic search done; booking calendar in progress.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023360"/>
            <a:ext cx="333237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142232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 (3/3)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4581144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 (5/5)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5020056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 (2/5)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5458968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 (0/4)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01058" y="1920240"/>
            <a:ext cx="0" cy="397764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29658" y="1783080"/>
            <a:ext cx="333237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29658" y="1874520"/>
            <a:ext cx="3332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Nina Rao @Nina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429658" y="2286000"/>
            <a:ext cx="33323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Clinic Dashboard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429658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4996586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755538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200" dirty="0"/>
          </a:p>
        </p:txBody>
      </p:sp>
      <p:sp>
        <p:nvSpPr>
          <p:cNvPr id="32" name="Text 30"/>
          <p:cNvSpPr/>
          <p:nvPr/>
        </p:nvSpPr>
        <p:spPr>
          <a:xfrm>
            <a:off x="6322466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847637" y="26060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4429658" y="3246120"/>
            <a:ext cx="333237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35" name="Shape 33"/>
          <p:cNvSpPr/>
          <p:nvPr/>
        </p:nvSpPr>
        <p:spPr>
          <a:xfrm>
            <a:off x="4429658" y="3246120"/>
            <a:ext cx="2332665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36" name="Text 34"/>
          <p:cNvSpPr/>
          <p:nvPr/>
        </p:nvSpPr>
        <p:spPr>
          <a:xfrm>
            <a:off x="4429658" y="3383280"/>
            <a:ext cx="33323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4A4A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 and schedules done; reminders in final review.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429658" y="4023360"/>
            <a:ext cx="333237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29658" y="4142232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 (3/3)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429658" y="4581144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 (5/5)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429658" y="5020056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Reminders, in review (5/5)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429658" y="5458968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 (0/3)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990637" y="1920240"/>
            <a:ext cx="0" cy="397764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9237" y="1783080"/>
            <a:ext cx="333237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19237" y="1874520"/>
            <a:ext cx="3332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Maya Lin @Maya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8219237" y="2286000"/>
            <a:ext cx="33323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· Analytics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219237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200" dirty="0"/>
          </a:p>
        </p:txBody>
      </p:sp>
      <p:sp>
        <p:nvSpPr>
          <p:cNvPr id="47" name="Text 45"/>
          <p:cNvSpPr/>
          <p:nvPr/>
        </p:nvSpPr>
        <p:spPr>
          <a:xfrm>
            <a:off x="8786165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9545117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200" dirty="0"/>
          </a:p>
        </p:txBody>
      </p:sp>
      <p:sp>
        <p:nvSpPr>
          <p:cNvPr id="49" name="Text 47"/>
          <p:cNvSpPr/>
          <p:nvPr/>
        </p:nvSpPr>
        <p:spPr>
          <a:xfrm>
            <a:off x="10112045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637215" y="26060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75%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8219237" y="3246120"/>
            <a:ext cx="333237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19237" y="3246120"/>
            <a:ext cx="2499284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53" name="Text 51"/>
          <p:cNvSpPr/>
          <p:nvPr/>
        </p:nvSpPr>
        <p:spPr>
          <a:xfrm>
            <a:off x="8219237" y="3383280"/>
            <a:ext cx="33323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4A4A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transfer done; usage tracking rolling out.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8219237" y="4023360"/>
            <a:ext cx="333237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219237" y="4142232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new system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8219237" y="4581144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plan agreed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219237" y="5020056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tracking rollout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219237" y="5458968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reviews, 3 features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40080" y="59893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Done/Open = planned tasks this week; work in review stays open until approved.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Activity · GitHub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Delivery Activity This Week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274320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74520"/>
            <a:ext cx="2743200" cy="821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1F5C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40080" y="2725826"/>
            <a:ext cx="2743200" cy="522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approved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276600"/>
            <a:ext cx="2743200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368040"/>
            <a:ext cx="2743200" cy="821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40080" y="4219346"/>
            <a:ext cx="2743200" cy="522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final review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770120"/>
            <a:ext cx="2743200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861560"/>
            <a:ext cx="2743200" cy="821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40080" y="5712866"/>
            <a:ext cx="2743200" cy="522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 completed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0" y="1783080"/>
            <a:ext cx="0" cy="4480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31920" y="1783080"/>
            <a:ext cx="7619695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graphicFrame>
        <p:nvGraphicFramePr>
          <p:cNvPr id="20" name="Chart 0" descr=""/>
          <p:cNvGraphicFramePr/>
          <p:nvPr/>
        </p:nvGraphicFramePr>
        <p:xfrm>
          <a:off x="3840480" y="1920240"/>
          <a:ext cx="7711135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3931920" y="5916168"/>
            <a:ext cx="7619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Source: GitHub activity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Looking Ahead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Week's Plan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920240"/>
                <a:gridCol w="4690872"/>
                <a:gridCol w="15544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C8C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/ track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C8C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C8C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focus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C8C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ClinicBook · Patient App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Leo Park @Leo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 the booking calendar, then start payments and receipts.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6A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  P3 · 40%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ClinicBook · Clinic Dashboard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Nina Rao @Nina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Apply the duplicate-reminder fix and release reminders; start reports and exports.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6A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  P4 · 80%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PulseBoard · Usage Tracking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Maya Lin @Maya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 adding usage tracking to the web app, then open the first dashboard to managers.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6A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  IN PROGRESS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App Store Release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Maya Lin @Maya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Invite the first 20 clinic staff to TestFlight.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5C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  DONE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08792" cy="0"/>
          </a:xfrm>
          <a:prstGeom prst="line">
            <a:avLst/>
          </a:prstGeom>
          <a:noFill/>
          <a:ln w="381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pic>
        <p:nvPicPr>
          <p:cNvPr id="4" name="Image 0" descr="/var/folders/lw/rmylcyvd5rjfxk9g1z9rrm8w0000gq/T/showship-deck-07m3yT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60120"/>
            <a:ext cx="473847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960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26060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7" name="Text 4"/>
          <p:cNvSpPr/>
          <p:nvPr/>
        </p:nvSpPr>
        <p:spPr>
          <a:xfrm>
            <a:off x="640080" y="37033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F5C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5532120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68756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5943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Maya Lin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434072" y="568756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062472" y="5943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October 9, 2026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2026-10-09T12:20:53Z</dcterms:created>
  <dcterms:modified xsi:type="dcterms:W3CDTF">2026-10-09T12:20:53Z</dcterms:modified>
</cp:coreProperties>
</file>