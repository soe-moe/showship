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141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414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weekly-deck-liEJdM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5570806"/>
          </a:xfrm>
          <a:prstGeom prst="rect">
            <a:avLst/>
          </a:prstGeom>
        </p:spPr>
      </p:pic>
      <p:pic>
        <p:nvPicPr>
          <p:cNvPr id="3" name="Image 1" descr="/sessions/beautiful-vigilant-darwin/tmp/weekly-deck-liEJdM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843" y="452628"/>
            <a:ext cx="68351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Digital Co., Ltd.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731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85800" y="315468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18972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66160"/>
            <a:ext cx="91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4672584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2</a:t>
            </a:r>
            <a:endParaRPr lang="en-US" sz="5400" dirty="0"/>
          </a:p>
        </p:txBody>
      </p:sp>
      <p:sp>
        <p:nvSpPr>
          <p:cNvPr id="24" name="Shape 22"/>
          <p:cNvSpPr/>
          <p:nvPr/>
        </p:nvSpPr>
        <p:spPr>
          <a:xfrm>
            <a:off x="8430768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5" name="Text 23"/>
          <p:cNvSpPr/>
          <p:nvPr/>
        </p:nvSpPr>
        <p:spPr>
          <a:xfrm>
            <a:off x="8430768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finished; usage tracking is being rolled out.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11429"/>
            </a:avLst>
          </a:prstGeom>
          <a:solidFill>
            <a:srgbClr val="141412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· APP STORE RELEASE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RESOLVED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0" y="3017520"/>
            <a:ext cx="9418320" cy="0"/>
          </a:xfrm>
          <a:prstGeom prst="line">
            <a:avLst/>
          </a:prstGeom>
          <a:noFill/>
          <a:ln w="38100">
            <a:solidFill>
              <a:srgbClr val="A8CC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0A3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" y="35661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" y="42245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5008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3" name="Text 11"/>
          <p:cNvSpPr/>
          <p:nvPr/>
        </p:nvSpPr>
        <p:spPr>
          <a:xfrm>
            <a:off x="4255008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85160" y="35661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8516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76600" y="42245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94448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7394448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24600" y="35661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2460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6040" y="42245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460736" y="2688336"/>
            <a:ext cx="658368" cy="658368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3" name="Text 21"/>
          <p:cNvSpPr/>
          <p:nvPr/>
        </p:nvSpPr>
        <p:spPr>
          <a:xfrm>
            <a:off x="10460736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464040" y="35661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46404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555480" y="42245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PROGRESS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0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5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1" name="Text 16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5" name="Text 20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6E8DF"/>
          </a:solidFill>
          <a:ln/>
        </p:spPr>
      </p:sp>
      <p:sp>
        <p:nvSpPr>
          <p:cNvPr id="29" name="Text 24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= average completion of each track's four phases.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PHASE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CODE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2424"/>
            </a:avLst>
          </a:prstGeom>
          <a:solidFill>
            <a:srgbClr val="14141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REMINDERS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79024" y="2066544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9024" y="2066544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701784" y="3307080"/>
            <a:ext cx="161848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701784" y="3307080"/>
            <a:ext cx="161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BEFORE RELEASE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479024" y="454761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79024" y="45476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E0A3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0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E0A33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2" name="Text 10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TASK TRACKER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APP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850" dirty="0"/>
          </a:p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Accounts &amp; Sign-in (3/3)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Clinic Search &amp; Maps (5/5)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Booking Calendar (2/5)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Payments &amp; Receipts (0/4)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7" name="Text 25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CLINIC DASHBOARD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850" dirty="0"/>
          </a:p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35" name="Text 33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9" name="Text 37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Clinic Onboarding (3/3)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Doctor Schedules (5/5)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Reminders — in review (5/5)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Reports &amp; Exports (0/4)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48" name="Text 46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· ANALYTICS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850" dirty="0"/>
          </a:p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55" name="Shape 53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 finished; usage tracking being rolled out.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0" name="Text 58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new system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plan agreed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tracking rollout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 · 3 features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Done/Open = planned tasks this week; work in review stays open until approved.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ACTIVITY · GITHUB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141412"/>
          </a:solidFill>
          <a:ln/>
        </p:spPr>
      </p:sp>
      <p:sp>
        <p:nvSpPr>
          <p:cNvPr id="8" name="Text 5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Week's Plan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/ 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Patient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 Park @Leo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 · 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Clinic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Rao @Nina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· 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PulseBoard · Usage Tracking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Store Release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C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weekly-deck-liEJdM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5570806"/>
          </a:xfrm>
          <a:prstGeom prst="rect">
            <a:avLst/>
          </a:prstGeom>
        </p:spPr>
      </p:pic>
      <p:pic>
        <p:nvPicPr>
          <p:cNvPr id="3" name="Image 1" descr="/sessions/beautiful-vigilant-darwin/tmp/weekly-deck-liEJdM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843" y="452628"/>
            <a:ext cx="68351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Digital Co., Ltd.</a:t>
            </a: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6517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100" kern="0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2026-10-05T04:38:24Z</dcterms:created>
  <dcterms:modified xsi:type="dcterms:W3CDTF">2026-10-05T04:38:24Z</dcterms:modified>
</cp:coreProperties>
</file>