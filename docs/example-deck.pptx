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8DB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C8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08792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4" name="Image 0" descr="/var/folders/lw/rmylcyvd5rjfxk9g1z9rrm8w0000gq/T/showship-deck-KIMuBX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73847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60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640080" y="5532120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34072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62472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017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decision is needed this week: can patients turn off SMS reminders and keep email only? (see Decisions Needed)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4206240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Account Verified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06240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6118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1858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1858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1858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6200" dirty="0"/>
          </a:p>
        </p:txBody>
      </p:sp>
      <p:sp>
        <p:nvSpPr>
          <p:cNvPr id="24" name="Text 22"/>
          <p:cNvSpPr/>
          <p:nvPr/>
        </p:nvSpPr>
        <p:spPr>
          <a:xfrm>
            <a:off x="6791858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91858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1858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of 8 Phases Complete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91858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71737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7477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7477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77477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6200" dirty="0"/>
          </a:p>
        </p:txBody>
      </p:sp>
      <p:sp>
        <p:nvSpPr>
          <p:cNvPr id="32" name="Text 30"/>
          <p:cNvSpPr/>
          <p:nvPr/>
        </p:nvSpPr>
        <p:spPr>
          <a:xfrm>
            <a:off x="9377477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77477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7477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Workstreams Complete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377477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017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published under the company's own verified account, ready for beta testers.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783080"/>
            <a:ext cx="734537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130552"/>
            <a:ext cx="0" cy="33604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057400"/>
            <a:ext cx="146304" cy="146304"/>
          </a:xfrm>
          <a:prstGeom prst="rect">
            <a:avLst/>
          </a:prstGeom>
          <a:solidFill>
            <a:srgbClr val="A4471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93852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22815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90322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17754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318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05866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Received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722815" y="3122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45186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429768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17880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Verified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22815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57200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514350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541782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53721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529894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TestFlight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722815" y="53629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569214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88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383280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566160"/>
            <a:ext cx="2199132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920240"/>
            <a:ext cx="0" cy="2194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316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16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169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16976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566160"/>
            <a:ext cx="1901861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53248" y="1920240"/>
            <a:ext cx="0" cy="2194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1848" y="1920240"/>
            <a:ext cx="316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81848" y="2286000"/>
            <a:ext cx="316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1848" y="2560320"/>
            <a:ext cx="3169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8381848" y="3566160"/>
            <a:ext cx="316976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1848" y="3566160"/>
            <a:ext cx="2218837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600200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1058" y="466344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9658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5389778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90637" y="466344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9237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9179357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13572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92808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513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Leo Park @Leo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513572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7088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2783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330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87088" y="35433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98221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8221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87088" y="4297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736592"/>
            <a:ext cx="2054291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5206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87088" y="50520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49097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879592"/>
            <a:ext cx="513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5848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5888" y="1783080"/>
            <a:ext cx="513572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5888" y="1892808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15888" y="2331720"/>
            <a:ext cx="513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Nina Rao @Nina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5888" y="2679192"/>
            <a:ext cx="513572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5888" y="278892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362895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15888" y="322783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5888" y="322783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38" name="Text 36"/>
          <p:cNvSpPr/>
          <p:nvPr/>
        </p:nvSpPr>
        <p:spPr>
          <a:xfrm>
            <a:off x="6415888" y="354330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362895" y="35433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15888" y="398221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5888" y="398221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15888" y="429768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362895" y="4297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5888" y="473659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5" name="Text 43"/>
          <p:cNvSpPr/>
          <p:nvPr/>
        </p:nvSpPr>
        <p:spPr>
          <a:xfrm>
            <a:off x="6415888" y="505206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362895" y="50520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415888" y="549097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8" name="Shape 46"/>
          <p:cNvSpPr/>
          <p:nvPr/>
        </p:nvSpPr>
        <p:spPr>
          <a:xfrm>
            <a:off x="6415888" y="5490972"/>
            <a:ext cx="4108582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49" name="Text 47"/>
          <p:cNvSpPr/>
          <p:nvPr/>
        </p:nvSpPr>
        <p:spPr>
          <a:xfrm>
            <a:off x="6415888" y="5879592"/>
            <a:ext cx="513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F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0624" y="1783080"/>
            <a:ext cx="0" cy="4160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7784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6384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536186"/>
            <a:ext cx="2749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4981194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492633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6384" y="5203698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9" name="Text 37"/>
          <p:cNvSpPr/>
          <p:nvPr/>
        </p:nvSpPr>
        <p:spPr>
          <a:xfrm>
            <a:off x="4843272" y="514883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58328" y="1783080"/>
            <a:ext cx="0" cy="4160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5488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4088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77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4088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4088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4130421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352925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4088" y="4575429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0976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148840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1058" y="196596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9658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938418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0637" y="196596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9237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727997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1153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272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14553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65615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1985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17320" y="3962400"/>
            <a:ext cx="1013429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72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409041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65615" y="4081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36473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417320" y="4907280"/>
            <a:ext cx="1013429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0170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7320" y="503529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65615" y="5026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17320" y="530961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91616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5090008" cy="0"/>
          </a:xfrm>
          <a:prstGeom prst="line">
            <a:avLst/>
          </a:prstGeom>
          <a:noFill/>
          <a:ln w="38100">
            <a:solidFill>
              <a:srgbClr val="A447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938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A44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435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61608" y="1783080"/>
            <a:ext cx="5090008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192938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1608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93128" y="2377440"/>
            <a:ext cx="435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 Park @Leo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32888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58058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46120"/>
            <a:ext cx="1999427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Sign-in and clinic search done; booking calendar in progress.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1058" y="1920240"/>
            <a:ext cx="0" cy="397764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9658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9658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 Rao @Nina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29658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2965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996586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5553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22466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7637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429658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9658" y="3246120"/>
            <a:ext cx="2332665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36" name="Text 34"/>
          <p:cNvSpPr/>
          <p:nvPr/>
        </p:nvSpPr>
        <p:spPr>
          <a:xfrm>
            <a:off x="4429658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and schedules done; reminders in final review.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29658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9658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9658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9658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29658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90637" y="1920240"/>
            <a:ext cx="0" cy="397764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9237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9237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219237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19237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8786165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545117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10112045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37215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8219237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52" name="Shape 50"/>
          <p:cNvSpPr/>
          <p:nvPr/>
        </p:nvSpPr>
        <p:spPr>
          <a:xfrm>
            <a:off x="8219237" y="3246120"/>
            <a:ext cx="2499284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53" name="Text 51"/>
          <p:cNvSpPr/>
          <p:nvPr/>
        </p:nvSpPr>
        <p:spPr>
          <a:xfrm>
            <a:off x="8219237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transfer done; usage tracking rolling out.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19237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19237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19237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19237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19237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2743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72582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76600"/>
            <a:ext cx="2743200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804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421934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70120"/>
            <a:ext cx="2743200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6156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71286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783080"/>
            <a:ext cx="761969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3840480" y="1920240"/>
          <a:ext cx="7711135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3931920" y="5916168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4690872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ClinicBook · Patient App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ClinicBook · Clinic Dashboard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PulseBoard · Usage Tracking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 Store Release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08792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4" name="Image 0" descr="/var/folders/lw/rmylcyvd5rjfxk9g1z9rrm8w0000gq/T/showship-deck-KIMuBX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73847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60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5532120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34072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62472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2026-10-11T14:06:40Z</dcterms:created>
  <dcterms:modified xsi:type="dcterms:W3CDTF">2026-10-11T14:06:40Z</dcterms:modified>
</cp:coreProperties>
</file>