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8DB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C8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var/folders/lw/rmylcyvd5rjfxk9g1z9rrm8w0000gq/T/showship-deck-COU6GW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473847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880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3017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decision is needed this week: can patients turn off SMS reminders and keep email only? (see Decisions Needed)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06240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200" dirty="0"/>
          </a:p>
        </p:txBody>
      </p:sp>
      <p:sp>
        <p:nvSpPr>
          <p:cNvPr id="16" name="Text 14"/>
          <p:cNvSpPr/>
          <p:nvPr/>
        </p:nvSpPr>
        <p:spPr>
          <a:xfrm>
            <a:off x="4206240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06240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0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Account Verified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206240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611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91858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91858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91858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6200" dirty="0"/>
          </a:p>
        </p:txBody>
      </p:sp>
      <p:sp>
        <p:nvSpPr>
          <p:cNvPr id="24" name="Text 22"/>
          <p:cNvSpPr/>
          <p:nvPr/>
        </p:nvSpPr>
        <p:spPr>
          <a:xfrm>
            <a:off x="6791858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91858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91858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of 8 Phases Complete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791858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171737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77477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77477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377477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6200" dirty="0"/>
          </a:p>
        </p:txBody>
      </p:sp>
      <p:sp>
        <p:nvSpPr>
          <p:cNvPr id="32" name="Text 30"/>
          <p:cNvSpPr/>
          <p:nvPr/>
        </p:nvSpPr>
        <p:spPr>
          <a:xfrm>
            <a:off x="9377477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77477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77477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Workstreams Complete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9377477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110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is published under the company's own verified account, ready for beta testers.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1783080"/>
            <a:ext cx="734537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130552"/>
            <a:ext cx="0" cy="336042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51960" y="2057400"/>
            <a:ext cx="146304" cy="146304"/>
          </a:xfrm>
          <a:prstGeom prst="rect">
            <a:avLst/>
          </a:prstGeom>
          <a:solidFill>
            <a:srgbClr val="A4471F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20116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193852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722815" y="2002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233172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290322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1960" y="317754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1318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305866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Received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722815" y="31226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17920" y="345186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402336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51960" y="429768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42519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417880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 Verified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722815" y="42428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17920" y="457200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514350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51960" y="541782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53721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17920" y="529894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TestFlight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722815" y="53629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17920" y="569214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88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3383280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566160"/>
            <a:ext cx="219913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703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26280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54880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400" dirty="0"/>
          </a:p>
        </p:txBody>
      </p:sp>
      <p:sp>
        <p:nvSpPr>
          <p:cNvPr id="19" name="Shape 17"/>
          <p:cNvSpPr/>
          <p:nvPr/>
        </p:nvSpPr>
        <p:spPr>
          <a:xfrm>
            <a:off x="4754880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3566160"/>
            <a:ext cx="190186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8153248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1848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81848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1848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5400" dirty="0"/>
          </a:p>
        </p:txBody>
      </p:sp>
      <p:sp>
        <p:nvSpPr>
          <p:cNvPr id="25" name="Shape 23"/>
          <p:cNvSpPr/>
          <p:nvPr/>
        </p:nvSpPr>
        <p:spPr>
          <a:xfrm>
            <a:off x="8381848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6" name="Shape 24"/>
          <p:cNvSpPr/>
          <p:nvPr/>
        </p:nvSpPr>
        <p:spPr>
          <a:xfrm>
            <a:off x="8381848" y="3566160"/>
            <a:ext cx="221883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080" y="443484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1600200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01058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29658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2" name="Text 30"/>
          <p:cNvSpPr/>
          <p:nvPr/>
        </p:nvSpPr>
        <p:spPr>
          <a:xfrm>
            <a:off x="5389778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990637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9237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9179357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Leo Park @Leo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87088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87088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87088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4736592"/>
            <a:ext cx="205429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87088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9584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15888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5888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15888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Nina Rao @Nina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15888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15888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362895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7" name="Shape 35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8" name="Text 36"/>
          <p:cNvSpPr/>
          <p:nvPr/>
        </p:nvSpPr>
        <p:spPr>
          <a:xfrm>
            <a:off x="6415888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362895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1" name="Shape 39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15888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362895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15888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5" name="Text 43"/>
          <p:cNvSpPr/>
          <p:nvPr/>
        </p:nvSpPr>
        <p:spPr>
          <a:xfrm>
            <a:off x="6415888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0362895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415888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8" name="Shape 46"/>
          <p:cNvSpPr/>
          <p:nvPr/>
        </p:nvSpPr>
        <p:spPr>
          <a:xfrm>
            <a:off x="6415888" y="5490972"/>
            <a:ext cx="410858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49" name="Text 47"/>
          <p:cNvSpPr/>
          <p:nvPr/>
        </p:nvSpPr>
        <p:spPr>
          <a:xfrm>
            <a:off x="6415888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What Was Done on Each Task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4533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984248"/>
            <a:ext cx="299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1F5C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30624" y="1783080"/>
            <a:ext cx="0" cy="3694938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67784" y="1783080"/>
            <a:ext cx="34533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6384" y="1984248"/>
            <a:ext cx="299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33" name="Text 31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35" name="Text 33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37" name="Text 35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39" name="Text 37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958328" y="1783080"/>
            <a:ext cx="0" cy="3694938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95488" y="1783080"/>
            <a:ext cx="34533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24088" y="1984248"/>
            <a:ext cx="2996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1100" b="1" dirty="0">
                <a:solidFill>
                  <a:srgbClr val="7777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8C8C8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2148840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01058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9658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5938418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90637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237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727997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1272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417320" y="314553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65615" y="3136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17320" y="341985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417320" y="396240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721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417320" y="409041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65615" y="4081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17320" y="436473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417320" y="490728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0170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417320" y="503529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265615" y="5026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417320" y="530961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591616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5848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783080"/>
            <a:ext cx="5090008" cy="0"/>
          </a:xfrm>
          <a:prstGeom prst="line">
            <a:avLst/>
          </a:prstGeom>
          <a:noFill/>
          <a:ln w="38100">
            <a:solidFill>
              <a:srgbClr val="A447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447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61608" y="1783080"/>
            <a:ext cx="5090008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1608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6160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93128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 Park @Leo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6596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53288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58058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3246120"/>
            <a:ext cx="199942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Sign-in and clinic search done; booking calendar in progress.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01058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29658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9658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Nina Rao @Nina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429658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2965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499658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5553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32246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47637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429658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5" name="Shape 33"/>
          <p:cNvSpPr/>
          <p:nvPr/>
        </p:nvSpPr>
        <p:spPr>
          <a:xfrm>
            <a:off x="4429658" y="3246120"/>
            <a:ext cx="2332665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36" name="Text 34"/>
          <p:cNvSpPr/>
          <p:nvPr/>
        </p:nvSpPr>
        <p:spPr>
          <a:xfrm>
            <a:off x="4429658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and schedules done; reminders in final review.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429658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29658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429658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429658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429658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990637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9237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19237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8219237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21923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47" name="Text 45"/>
          <p:cNvSpPr/>
          <p:nvPr/>
        </p:nvSpPr>
        <p:spPr>
          <a:xfrm>
            <a:off x="878616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54511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49" name="Text 47"/>
          <p:cNvSpPr/>
          <p:nvPr/>
        </p:nvSpPr>
        <p:spPr>
          <a:xfrm>
            <a:off x="1011204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637215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8219237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9237" y="3246120"/>
            <a:ext cx="2499284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53" name="Text 51"/>
          <p:cNvSpPr/>
          <p:nvPr/>
        </p:nvSpPr>
        <p:spPr>
          <a:xfrm>
            <a:off x="8219237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transfer done; usage tracking rolling out.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219237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19237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219237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219237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19237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27432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0080" y="272582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7660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6804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0080" y="421934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77012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86156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" y="571286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0" y="1783080"/>
            <a:ext cx="761969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graphicFrame>
        <p:nvGraphicFramePr>
          <p:cNvPr id="20" name="Chart 0" descr=""/>
          <p:cNvGraphicFramePr/>
          <p:nvPr/>
        </p:nvGraphicFramePr>
        <p:xfrm>
          <a:off x="3840480" y="1920240"/>
          <a:ext cx="7711135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3931920" y="5916168"/>
            <a:ext cx="7619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4690872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Patient App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P3 · 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Clinic Dashboard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P4 · 80%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PulseBoard · Usage Tracking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IN PROGRESS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App Store Release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5C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DONE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var/folders/lw/rmylcyvd5rjfxk9g1z9rrm8w0000gq/T/showship-deck-COU6GW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473847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2026-10-11T16:36:16Z</dcterms:created>
  <dcterms:modified xsi:type="dcterms:W3CDTF">2026-10-11T16:36:16Z</dcterms:modified>
</cp:coreProperties>
</file>