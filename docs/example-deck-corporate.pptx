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Combined Progress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2A44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5E9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65</c:v>
                </c:pt>
                <c:pt idx="1">
                  <c:v>35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 App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63EB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5E9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40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Clinic Dashboard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63EB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5E9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C7D7FB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40</c:v>
                </c:pt>
                <c:pt idx="3">
                  <c:v>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1F2A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C7D7FB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1F2A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F2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C7D7F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8A8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F2A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Shape 1"/>
          <p:cNvSpPr/>
          <p:nvPr/>
        </p:nvSpPr>
        <p:spPr>
          <a:xfrm>
            <a:off x="4023360" y="0"/>
            <a:ext cx="73152" cy="6858000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4" name="Image 0" descr="/var/folders/lw/rmylcyvd5rjfxk9g1z9rrm8w0000gq/T/showship-deck-Utu8Az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568" y="749808"/>
            <a:ext cx="789745" cy="914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011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754880" y="2011680"/>
            <a:ext cx="6796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754880" y="2377440"/>
            <a:ext cx="67967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Development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4754880" y="4251960"/>
            <a:ext cx="914400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6"/>
          <p:cNvSpPr/>
          <p:nvPr/>
        </p:nvSpPr>
        <p:spPr>
          <a:xfrm>
            <a:off x="4754880" y="56692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754880" y="59253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412480" y="5669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59253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 at a Glance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874520"/>
            <a:ext cx="3392424" cy="3291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74520"/>
            <a:ext cx="3392424" cy="822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914400" y="3566160"/>
            <a:ext cx="1042416" cy="292608"/>
          </a:xfrm>
          <a:prstGeom prst="roundRect">
            <a:avLst>
              <a:gd name="adj" fmla="val 15625"/>
            </a:avLst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56616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Account Verified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98264" y="1874520"/>
            <a:ext cx="3392424" cy="3291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98264" y="1874520"/>
            <a:ext cx="3392424" cy="82296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18" name="Text 16"/>
          <p:cNvSpPr/>
          <p:nvPr/>
        </p:nvSpPr>
        <p:spPr>
          <a:xfrm>
            <a:off x="4672584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72584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5400" dirty="0"/>
          </a:p>
        </p:txBody>
      </p:sp>
      <p:sp>
        <p:nvSpPr>
          <p:cNvPr id="20" name="Shape 18"/>
          <p:cNvSpPr/>
          <p:nvPr/>
        </p:nvSpPr>
        <p:spPr>
          <a:xfrm>
            <a:off x="4672584" y="3566160"/>
            <a:ext cx="950976" cy="292608"/>
          </a:xfrm>
          <a:prstGeom prst="roundRect">
            <a:avLst>
              <a:gd name="adj" fmla="val 15625"/>
            </a:avLst>
          </a:prstGeom>
          <a:solidFill>
            <a:srgbClr val="C7D7FB"/>
          </a:solidFill>
          <a:ln/>
        </p:spPr>
      </p:sp>
      <p:sp>
        <p:nvSpPr>
          <p:cNvPr id="21" name="Text 19"/>
          <p:cNvSpPr/>
          <p:nvPr/>
        </p:nvSpPr>
        <p:spPr>
          <a:xfrm>
            <a:off x="4672584" y="3566160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72584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8 Phases Complete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72584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156448" y="1874520"/>
            <a:ext cx="3392424" cy="3291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6448" y="1874520"/>
            <a:ext cx="3392424" cy="82296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26" name="Text 24"/>
          <p:cNvSpPr/>
          <p:nvPr/>
        </p:nvSpPr>
        <p:spPr>
          <a:xfrm>
            <a:off x="8430768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430768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</a:t>
            </a:r>
            <a:endParaRPr lang="en-US" sz="5400" dirty="0"/>
          </a:p>
        </p:txBody>
      </p:sp>
      <p:sp>
        <p:nvSpPr>
          <p:cNvPr id="28" name="Shape 26"/>
          <p:cNvSpPr/>
          <p:nvPr/>
        </p:nvSpPr>
        <p:spPr>
          <a:xfrm>
            <a:off x="8430768" y="3566160"/>
            <a:ext cx="950976" cy="292608"/>
          </a:xfrm>
          <a:prstGeom prst="roundRect">
            <a:avLst>
              <a:gd name="adj" fmla="val 15625"/>
            </a:avLst>
          </a:prstGeom>
          <a:solidFill>
            <a:srgbClr val="C7D7FB"/>
          </a:solidFill>
          <a:ln/>
        </p:spPr>
      </p:sp>
      <p:sp>
        <p:nvSpPr>
          <p:cNvPr id="29" name="Text 27"/>
          <p:cNvSpPr/>
          <p:nvPr/>
        </p:nvSpPr>
        <p:spPr>
          <a:xfrm>
            <a:off x="8430768" y="3566160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430768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Workstreams Complete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430768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5532120"/>
            <a:ext cx="10908792" cy="64008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5532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update 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 is needed this week: can patients turn off SMS reminders and keep email only? (see Decisions Needed)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· App Store Release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Store: Developer Account Verified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645920"/>
            <a:ext cx="1682496" cy="292608"/>
          </a:xfrm>
          <a:prstGeom prst="roundRect">
            <a:avLst>
              <a:gd name="adj" fmla="val 15625"/>
            </a:avLst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645920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935099" y="3017520"/>
            <a:ext cx="8321497" cy="0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79067" y="276148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79067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52899" y="2761488"/>
            <a:ext cx="512064" cy="51206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4452899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413912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13912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Received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505352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6732" y="2761488"/>
            <a:ext cx="512064" cy="51206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7226732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187745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87745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Verified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279185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927412" y="2688336"/>
            <a:ext cx="658368" cy="65836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9927412" y="26883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961577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961577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TestFlight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053017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5486400"/>
            <a:ext cx="10908792" cy="7772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54864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Impact:  </a:t>
            </a:r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is published under the company's own verified account, ready for beta testers.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Progress Overview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ClinicBook: Patient App &amp; Clinic Dashboard Progress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3392424" cy="297180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1376172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1376172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22960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Progress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98264" y="1783080"/>
            <a:ext cx="3392424" cy="297180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14" name="Chart 1" descr=""/>
          <p:cNvGraphicFramePr/>
          <p:nvPr/>
        </p:nvGraphicFramePr>
        <p:xfrm>
          <a:off x="5134356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1"/>
          <p:cNvSpPr/>
          <p:nvPr/>
        </p:nvSpPr>
        <p:spPr>
          <a:xfrm>
            <a:off x="5134356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4581144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581144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156448" y="1783080"/>
            <a:ext cx="3392424" cy="297180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19" name="Chart 2" descr=""/>
          <p:cNvGraphicFramePr/>
          <p:nvPr/>
        </p:nvGraphicFramePr>
        <p:xfrm>
          <a:off x="8892540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Text 15"/>
          <p:cNvSpPr/>
          <p:nvPr/>
        </p:nvSpPr>
        <p:spPr>
          <a:xfrm>
            <a:off x="8892540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8339328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Dashboard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8339328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40080" y="4983480"/>
            <a:ext cx="3392424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40080" y="4983480"/>
            <a:ext cx="91440" cy="8686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5" name="Text 20"/>
          <p:cNvSpPr/>
          <p:nvPr/>
        </p:nvSpPr>
        <p:spPr>
          <a:xfrm>
            <a:off x="914400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26" name="Text 21"/>
          <p:cNvSpPr/>
          <p:nvPr/>
        </p:nvSpPr>
        <p:spPr>
          <a:xfrm>
            <a:off x="1645920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4398264" y="4983480"/>
            <a:ext cx="3392424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98264" y="4983480"/>
            <a:ext cx="91440" cy="868680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29" name="Text 24"/>
          <p:cNvSpPr/>
          <p:nvPr/>
        </p:nvSpPr>
        <p:spPr>
          <a:xfrm>
            <a:off x="4672584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30" name="Text 25"/>
          <p:cNvSpPr/>
          <p:nvPr/>
        </p:nvSpPr>
        <p:spPr>
          <a:xfrm>
            <a:off x="5404104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In Progress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8156448" y="4983480"/>
            <a:ext cx="3392424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8156448" y="4983480"/>
            <a:ext cx="91440" cy="868680"/>
          </a:xfrm>
          <a:prstGeom prst="rect">
            <a:avLst/>
          </a:prstGeom>
          <a:solidFill>
            <a:srgbClr val="E5E9F0"/>
          </a:solidFill>
          <a:ln/>
        </p:spPr>
      </p:sp>
      <p:sp>
        <p:nvSpPr>
          <p:cNvPr id="33" name="Text 28"/>
          <p:cNvSpPr/>
          <p:nvPr/>
        </p:nvSpPr>
        <p:spPr>
          <a:xfrm>
            <a:off x="8430768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34" name="Text 29"/>
          <p:cNvSpPr/>
          <p:nvPr/>
        </p:nvSpPr>
        <p:spPr>
          <a:xfrm>
            <a:off x="9162288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Not Started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Phase Breakdown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ClinicBook: Status of Each Phase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5271516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168396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Dev: Leo Park @Leo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77240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/>
          <p:nvPr/>
        </p:nvSpPr>
        <p:spPr>
          <a:xfrm>
            <a:off x="914400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calendar underway; payments are next.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77356" y="1783080"/>
            <a:ext cx="5271516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51676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805672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Dev: Nina Rao @Nina</a:t>
            </a:r>
            <a:endParaRPr lang="en-US" sz="1200" dirty="0"/>
          </a:p>
        </p:txBody>
      </p:sp>
      <p:graphicFrame>
        <p:nvGraphicFramePr>
          <p:cNvPr id="16" name="Chart 1" descr=""/>
          <p:cNvGraphicFramePr/>
          <p:nvPr/>
        </p:nvGraphicFramePr>
        <p:xfrm>
          <a:off x="6414516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 13"/>
          <p:cNvSpPr/>
          <p:nvPr/>
        </p:nvSpPr>
        <p:spPr>
          <a:xfrm>
            <a:off x="6551676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are in final review; 4 of 5 parts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· Code Review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Check: Issues Caught Before Release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3017520" cy="443484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1168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914400" y="280720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reviewed this week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31927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33756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14400" y="413308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for release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464515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66344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14400" y="545896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 passing (100%)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977640" y="1783080"/>
            <a:ext cx="7571232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06240" y="2084832"/>
            <a:ext cx="64008" cy="9845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4389120" y="2048256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 Reminders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89120" y="2304288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369296" y="2066544"/>
            <a:ext cx="950976" cy="292608"/>
          </a:xfrm>
          <a:prstGeom prst="roundRect">
            <a:avLst>
              <a:gd name="adj" fmla="val 15625"/>
            </a:avLst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10369296" y="2066544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206240" y="3325368"/>
            <a:ext cx="64008" cy="984504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24" name="Text 22"/>
          <p:cNvSpPr/>
          <p:nvPr/>
        </p:nvSpPr>
        <p:spPr>
          <a:xfrm>
            <a:off x="4389120" y="3288792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89120" y="3544824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9454896" y="3307080"/>
            <a:ext cx="1865376" cy="292608"/>
          </a:xfrm>
          <a:prstGeom prst="roundRect">
            <a:avLst>
              <a:gd name="adj" fmla="val 15625"/>
            </a:avLst>
          </a:prstGeom>
          <a:solidFill>
            <a:srgbClr val="C7D7FB"/>
          </a:solidFill>
          <a:ln/>
        </p:spPr>
      </p:sp>
      <p:sp>
        <p:nvSpPr>
          <p:cNvPr id="27" name="Text 25"/>
          <p:cNvSpPr/>
          <p:nvPr/>
        </p:nvSpPr>
        <p:spPr>
          <a:xfrm>
            <a:off x="9454896" y="330708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206240" y="4565904"/>
            <a:ext cx="64008" cy="9845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9" name="Text 27"/>
          <p:cNvSpPr/>
          <p:nvPr/>
        </p:nvSpPr>
        <p:spPr>
          <a:xfrm>
            <a:off x="4389120" y="4529328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89120" y="4785360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10369296" y="4547616"/>
            <a:ext cx="950976" cy="292608"/>
          </a:xfrm>
          <a:prstGeom prst="roundRect">
            <a:avLst>
              <a:gd name="adj" fmla="val 15625"/>
            </a:avLst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10369296" y="4547616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89120" y="5760720"/>
            <a:ext cx="6931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Attention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Blockers &amp; Decisions Needed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5271516" cy="23774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5271516" cy="8229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Blockers &amp; Risks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532888"/>
            <a:ext cx="329184" cy="32918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release waiting on one fix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reminders must be prevented before release. Fix is small and already tested.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 · Expected: next week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77356" y="1783080"/>
            <a:ext cx="5271516" cy="23774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7356" y="1783080"/>
            <a:ext cx="5271516" cy="82296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16" name="Text 14"/>
          <p:cNvSpPr/>
          <p:nvPr/>
        </p:nvSpPr>
        <p:spPr>
          <a:xfrm>
            <a:off x="6551676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51676" y="253288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655167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08876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patients turn off SMS reminders and keep email only?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every patient with a phone number receives SMS reminders; some clinics report complaints.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Options: allow opt-out · clinic decides per patient · keep as today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Task Tracker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Task Track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3453384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783080"/>
            <a:ext cx="82296" cy="4434840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Park @Leo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32688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3268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389888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5856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715768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2688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5E9F0"/>
          </a:solidFill>
          <a:ln/>
        </p:spPr>
      </p:sp>
      <p:sp>
        <p:nvSpPr>
          <p:cNvPr id="17" name="Shape 15"/>
          <p:cNvSpPr/>
          <p:nvPr/>
        </p:nvSpPr>
        <p:spPr>
          <a:xfrm>
            <a:off x="932688" y="3200400"/>
            <a:ext cx="1441094" cy="118872"/>
          </a:xfrm>
          <a:prstGeom prst="roundRect">
            <a:avLst>
              <a:gd name="adj" fmla="val 50000"/>
            </a:avLst>
          </a:prstGeom>
          <a:solidFill>
            <a:srgbClr val="C7D7FB"/>
          </a:solidFill>
          <a:ln/>
        </p:spPr>
      </p:sp>
      <p:sp>
        <p:nvSpPr>
          <p:cNvPr id="18" name="Text 16"/>
          <p:cNvSpPr/>
          <p:nvPr/>
        </p:nvSpPr>
        <p:spPr>
          <a:xfrm>
            <a:off x="3334512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2688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32688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42702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1152144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2688" y="47274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1152144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5184648"/>
            <a:ext cx="118872" cy="118872"/>
          </a:xfrm>
          <a:prstGeom prst="ellipse">
            <a:avLst/>
          </a:prstGeom>
          <a:solidFill>
            <a:srgbClr val="C7D7FB"/>
          </a:solidFill>
          <a:ln/>
        </p:spPr>
      </p:sp>
      <p:sp>
        <p:nvSpPr>
          <p:cNvPr id="26" name="Text 24"/>
          <p:cNvSpPr/>
          <p:nvPr/>
        </p:nvSpPr>
        <p:spPr>
          <a:xfrm>
            <a:off x="1152144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32688" y="5641848"/>
            <a:ext cx="118872" cy="118872"/>
          </a:xfrm>
          <a:prstGeom prst="ellipse">
            <a:avLst/>
          </a:prstGeom>
          <a:solidFill>
            <a:srgbClr val="E5E9F0"/>
          </a:solidFill>
          <a:ln/>
        </p:spPr>
      </p:sp>
      <p:sp>
        <p:nvSpPr>
          <p:cNvPr id="28" name="Text 26"/>
          <p:cNvSpPr/>
          <p:nvPr/>
        </p:nvSpPr>
        <p:spPr>
          <a:xfrm>
            <a:off x="1152144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367784" y="1783080"/>
            <a:ext cx="3453384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67784" y="1783080"/>
            <a:ext cx="82296" cy="4434840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31" name="Text 29"/>
          <p:cNvSpPr/>
          <p:nvPr/>
        </p:nvSpPr>
        <p:spPr>
          <a:xfrm>
            <a:off x="4660392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 Rao @Nina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660392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66039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5117592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8627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6443472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60392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5E9F0"/>
          </a:solidFill>
          <a:ln/>
        </p:spPr>
      </p:sp>
      <p:sp>
        <p:nvSpPr>
          <p:cNvPr id="38" name="Shape 36"/>
          <p:cNvSpPr/>
          <p:nvPr/>
        </p:nvSpPr>
        <p:spPr>
          <a:xfrm>
            <a:off x="4660392" y="3200400"/>
            <a:ext cx="1681277" cy="118872"/>
          </a:xfrm>
          <a:prstGeom prst="roundRect">
            <a:avLst>
              <a:gd name="adj" fmla="val 50000"/>
            </a:avLst>
          </a:prstGeom>
          <a:solidFill>
            <a:srgbClr val="C7D7FB"/>
          </a:solidFill>
          <a:ln/>
        </p:spPr>
      </p:sp>
      <p:sp>
        <p:nvSpPr>
          <p:cNvPr id="39" name="Text 37"/>
          <p:cNvSpPr/>
          <p:nvPr/>
        </p:nvSpPr>
        <p:spPr>
          <a:xfrm>
            <a:off x="7062216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660392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60392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0392" y="42702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3" name="Text 41"/>
          <p:cNvSpPr/>
          <p:nvPr/>
        </p:nvSpPr>
        <p:spPr>
          <a:xfrm>
            <a:off x="4879848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660392" y="47274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5" name="Text 43"/>
          <p:cNvSpPr/>
          <p:nvPr/>
        </p:nvSpPr>
        <p:spPr>
          <a:xfrm>
            <a:off x="4879848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60392" y="5184648"/>
            <a:ext cx="118872" cy="118872"/>
          </a:xfrm>
          <a:prstGeom prst="ellipse">
            <a:avLst/>
          </a:prstGeom>
          <a:solidFill>
            <a:srgbClr val="C7D7FB"/>
          </a:solidFill>
          <a:ln/>
        </p:spPr>
      </p:sp>
      <p:sp>
        <p:nvSpPr>
          <p:cNvPr id="47" name="Text 45"/>
          <p:cNvSpPr/>
          <p:nvPr/>
        </p:nvSpPr>
        <p:spPr>
          <a:xfrm>
            <a:off x="4879848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660392" y="5641848"/>
            <a:ext cx="118872" cy="118872"/>
          </a:xfrm>
          <a:prstGeom prst="ellipse">
            <a:avLst/>
          </a:prstGeom>
          <a:solidFill>
            <a:srgbClr val="E5E9F0"/>
          </a:solidFill>
          <a:ln/>
        </p:spPr>
      </p:sp>
      <p:sp>
        <p:nvSpPr>
          <p:cNvPr id="49" name="Text 47"/>
          <p:cNvSpPr/>
          <p:nvPr/>
        </p:nvSpPr>
        <p:spPr>
          <a:xfrm>
            <a:off x="4879848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095488" y="1783080"/>
            <a:ext cx="3453384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095488" y="1783080"/>
            <a:ext cx="82296" cy="4434840"/>
          </a:xfrm>
          <a:prstGeom prst="rect">
            <a:avLst/>
          </a:prstGeom>
          <a:solidFill>
            <a:srgbClr val="C7D7FB"/>
          </a:solidFill>
          <a:ln/>
        </p:spPr>
      </p:sp>
      <p:sp>
        <p:nvSpPr>
          <p:cNvPr id="52" name="Text 50"/>
          <p:cNvSpPr/>
          <p:nvPr/>
        </p:nvSpPr>
        <p:spPr>
          <a:xfrm>
            <a:off x="8388096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8388096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38809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55" name="Text 53"/>
          <p:cNvSpPr/>
          <p:nvPr/>
        </p:nvSpPr>
        <p:spPr>
          <a:xfrm>
            <a:off x="8845296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71397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7" name="Text 55"/>
          <p:cNvSpPr/>
          <p:nvPr/>
        </p:nvSpPr>
        <p:spPr>
          <a:xfrm>
            <a:off x="10171176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388096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5E9F0"/>
          </a:solidFill>
          <a:ln/>
        </p:spPr>
      </p:sp>
      <p:sp>
        <p:nvSpPr>
          <p:cNvPr id="59" name="Shape 57"/>
          <p:cNvSpPr/>
          <p:nvPr/>
        </p:nvSpPr>
        <p:spPr>
          <a:xfrm>
            <a:off x="8388096" y="3200400"/>
            <a:ext cx="1801368" cy="118872"/>
          </a:xfrm>
          <a:prstGeom prst="roundRect">
            <a:avLst>
              <a:gd name="adj" fmla="val 50000"/>
            </a:avLst>
          </a:prstGeom>
          <a:solidFill>
            <a:srgbClr val="C7D7FB"/>
          </a:solidFill>
          <a:ln/>
        </p:spPr>
      </p:sp>
      <p:sp>
        <p:nvSpPr>
          <p:cNvPr id="60" name="Text 58"/>
          <p:cNvSpPr/>
          <p:nvPr/>
        </p:nvSpPr>
        <p:spPr>
          <a:xfrm>
            <a:off x="10789920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388096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388096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88096" y="42702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4" name="Text 62"/>
          <p:cNvSpPr/>
          <p:nvPr/>
        </p:nvSpPr>
        <p:spPr>
          <a:xfrm>
            <a:off x="8607552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88096" y="47274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6" name="Text 64"/>
          <p:cNvSpPr/>
          <p:nvPr/>
        </p:nvSpPr>
        <p:spPr>
          <a:xfrm>
            <a:off x="8607552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388096" y="5184648"/>
            <a:ext cx="118872" cy="118872"/>
          </a:xfrm>
          <a:prstGeom prst="ellipse">
            <a:avLst/>
          </a:prstGeom>
          <a:solidFill>
            <a:srgbClr val="C7D7FB"/>
          </a:solidFill>
          <a:ln/>
        </p:spPr>
      </p:sp>
      <p:sp>
        <p:nvSpPr>
          <p:cNvPr id="68" name="Text 66"/>
          <p:cNvSpPr/>
          <p:nvPr/>
        </p:nvSpPr>
        <p:spPr>
          <a:xfrm>
            <a:off x="8607552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388096" y="5641848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0" name="Text 68"/>
          <p:cNvSpPr/>
          <p:nvPr/>
        </p:nvSpPr>
        <p:spPr>
          <a:xfrm>
            <a:off x="8607552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640080" y="63093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Activity · GitHub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Delivery Activity This Week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783080"/>
            <a:ext cx="7680960" cy="4434840"/>
          </a:xfrm>
          <a:prstGeom prst="rect">
            <a:avLst/>
          </a:prstGeom>
          <a:solidFill>
            <a:srgbClr val="F7F9FC"/>
          </a:solidFill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777240" y="1965960"/>
          <a:ext cx="74066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914400" y="5760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GitHub activity this week.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641080" y="1783080"/>
            <a:ext cx="2907792" cy="135636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189280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8869680" y="259689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641080" y="3322320"/>
            <a:ext cx="2907792" cy="135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9680" y="343204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8869680" y="413613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641080" y="4861560"/>
            <a:ext cx="2907792" cy="135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9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69680" y="497128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200" dirty="0"/>
          </a:p>
        </p:txBody>
      </p:sp>
      <p:sp>
        <p:nvSpPr>
          <p:cNvPr id="19" name="Text 16"/>
          <p:cNvSpPr/>
          <p:nvPr/>
        </p:nvSpPr>
        <p:spPr>
          <a:xfrm>
            <a:off x="8869680" y="567537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 completed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4710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34472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Ahead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Week's Plan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53896"/>
            <a:ext cx="1005840" cy="54864"/>
          </a:xfrm>
          <a:prstGeom prst="rect">
            <a:avLst/>
          </a:prstGeom>
          <a:solidFill>
            <a:srgbClr val="2563EB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0879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920240"/>
                <a:gridCol w="4965192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/ track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focus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ClinicBook · Patient App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Leo Park @Leo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the booking calendar, then start payments and receipts.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 · 40%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ClinicBook · Clinic Dashboard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Nina Rao @Nina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Apply the duplicate-reminder fix and release reminders; start reports and exports.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P4 · 80%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PulseBoard · Usage Tracking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adding usage tracking to the web app, then open the first dashboard to managers.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PROGRESS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 Store Release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B556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Invite the first 20 clinic staff to TestFlight.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" name="Shape 1"/>
          <p:cNvSpPr/>
          <p:nvPr/>
        </p:nvSpPr>
        <p:spPr>
          <a:xfrm>
            <a:off x="4023360" y="0"/>
            <a:ext cx="73152" cy="6858000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4" name="Image 0" descr="/var/folders/lw/rmylcyvd5rjfxk9g1z9rrm8w0000gq/T/showship-deck-Utu8Az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568" y="749808"/>
            <a:ext cx="789745" cy="914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011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754880" y="2286000"/>
            <a:ext cx="6796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4754880" y="3200400"/>
            <a:ext cx="6796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754880" y="3840480"/>
            <a:ext cx="914400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6"/>
          <p:cNvSpPr/>
          <p:nvPr/>
        </p:nvSpPr>
        <p:spPr>
          <a:xfrm>
            <a:off x="4754880" y="56692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754880" y="59253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412480" y="5669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412480" y="59253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2026-10-11T06:51:29Z</dcterms:created>
  <dcterms:modified xsi:type="dcterms:W3CDTF">2026-10-11T06:51:29Z</dcterms:modified>
</cp:coreProperties>
</file>