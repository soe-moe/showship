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2A4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F2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nCMvmZ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011680"/>
            <a:ext cx="6796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754880" y="2377440"/>
            <a:ext cx="6796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Development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4754880" y="425196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98264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6448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</a:t>
            </a:r>
            <a:endParaRPr lang="en-US" sz="5400" dirty="0"/>
          </a:p>
        </p:txBody>
      </p:sp>
      <p:sp>
        <p:nvSpPr>
          <p:cNvPr id="28" name="Shape 26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9" name="Text 27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486400"/>
            <a:ext cx="10908792" cy="7772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98264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4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56448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9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 15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0080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0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398264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9" name="Text 24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156448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3" name="Text 28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4" name="Text 29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77356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3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What Was Done on Each Task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453384" cy="3694938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965960"/>
            <a:ext cx="122529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3694938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6384" y="1965960"/>
            <a:ext cx="104241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4596384" y="19659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5488" y="1783080"/>
            <a:ext cx="3453384" cy="3694938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24088" y="1965960"/>
            <a:ext cx="1225296" cy="292608"/>
          </a:xfrm>
          <a:prstGeom prst="roundRect">
            <a:avLst>
              <a:gd name="adj" fmla="val 15625"/>
            </a:avLst>
          </a:prstGeom>
          <a:solidFill>
            <a:srgbClr val="E5E9F0"/>
          </a:solidFill>
          <a:ln/>
        </p:spPr>
      </p:sp>
      <p:sp>
        <p:nvSpPr>
          <p:cNvPr id="42" name="Text 40"/>
          <p:cNvSpPr/>
          <p:nvPr/>
        </p:nvSpPr>
        <p:spPr>
          <a:xfrm>
            <a:off x="8324088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017520" cy="443484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1783080"/>
            <a:ext cx="7571232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7" name="Text 25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77356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17" name="Shape 15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28" name="Text 26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7784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31" name="Text 29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38" name="Shape 36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39" name="Text 37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49" name="Text 47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95488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52" name="Text 50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59" name="Shape 57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60" name="Text 58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0" name="Text 68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7680960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641080" y="1783080"/>
            <a:ext cx="2907792" cy="13563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41080" y="332232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641080" y="486156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nCMvmZ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286000"/>
            <a:ext cx="6796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754880" y="320040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754880" y="384048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2026-10-11T16:36:22Z</dcterms:created>
  <dcterms:modified xsi:type="dcterms:W3CDTF">2026-10-11T16:36:22Z</dcterms:modified>
</cp:coreProperties>
</file>