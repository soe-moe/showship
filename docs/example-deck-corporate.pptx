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2A4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F2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4" name="Image 0" descr="/var/folders/lw/rmylcyvd5rjfxk9g1z9rrm8w0000gq/T/showship-deck-zUwgzA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68" y="749808"/>
            <a:ext cx="789745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54880" y="2011680"/>
            <a:ext cx="6796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754880" y="2377440"/>
            <a:ext cx="67967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Development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4754880" y="4251960"/>
            <a:ext cx="91440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5669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5925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0" y="5669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5925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at a Glance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914400" y="3566160"/>
            <a:ext cx="104241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661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98264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18" name="Text 16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4672584" y="3566160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6448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6" name="Text 24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</a:t>
            </a:r>
            <a:endParaRPr lang="en-US" sz="5400" dirty="0"/>
          </a:p>
        </p:txBody>
      </p:sp>
      <p:sp>
        <p:nvSpPr>
          <p:cNvPr id="28" name="Shape 26"/>
          <p:cNvSpPr/>
          <p:nvPr/>
        </p:nvSpPr>
        <p:spPr>
          <a:xfrm>
            <a:off x="8430768" y="3566160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9" name="Text 27"/>
          <p:cNvSpPr/>
          <p:nvPr/>
        </p:nvSpPr>
        <p:spPr>
          <a:xfrm>
            <a:off x="8430768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Store: Developer Account Verified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645920"/>
            <a:ext cx="168249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459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486400"/>
            <a:ext cx="10908792" cy="7772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Patient App &amp; Clinic Dashboard Progress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98264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4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56448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9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 15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40080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0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4398264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9" name="Text 24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156448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3" name="Text 28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34" name="Text 29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Status of Each Phase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5271516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77356" y="1783080"/>
            <a:ext cx="5271516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3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What Was Done on Each Task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453384" cy="416052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965960"/>
            <a:ext cx="122529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67784" y="1783080"/>
            <a:ext cx="3453384" cy="416052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6384" y="1965960"/>
            <a:ext cx="104241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4596384" y="19659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536186"/>
            <a:ext cx="274929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96384" y="4981194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4843272" y="492633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96384" y="520369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9" name="Text 37"/>
          <p:cNvSpPr/>
          <p:nvPr/>
        </p:nvSpPr>
        <p:spPr>
          <a:xfrm>
            <a:off x="4843272" y="514883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95488" y="1783080"/>
            <a:ext cx="3453384" cy="416052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24088" y="1965960"/>
            <a:ext cx="1225296" cy="292608"/>
          </a:xfrm>
          <a:prstGeom prst="roundRect">
            <a:avLst>
              <a:gd name="adj" fmla="val 15625"/>
            </a:avLst>
          </a:prstGeom>
          <a:solidFill>
            <a:srgbClr val="E5E9F0"/>
          </a:solidFill>
          <a:ln/>
        </p:spPr>
      </p:sp>
      <p:sp>
        <p:nvSpPr>
          <p:cNvPr id="42" name="Text 40"/>
          <p:cNvSpPr/>
          <p:nvPr/>
        </p:nvSpPr>
        <p:spPr>
          <a:xfrm>
            <a:off x="8324088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24088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24088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4130421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4088" y="4352925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70976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4088" y="4575429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570976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Check: Issues Caught Before Release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017520" cy="443484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1783080"/>
            <a:ext cx="7571232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369296" y="2066544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9296" y="2066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454896" y="3307080"/>
            <a:ext cx="18653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7" name="Text 25"/>
          <p:cNvSpPr/>
          <p:nvPr/>
        </p:nvSpPr>
        <p:spPr>
          <a:xfrm>
            <a:off x="9454896" y="3307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369296" y="4547616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9296" y="45476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Decisions Needed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5271516" cy="23774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77356" y="1783080"/>
            <a:ext cx="5271516" cy="23774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Task Track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17" name="Shape 15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18" name="Text 16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26" name="Text 24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5E9F0"/>
          </a:solidFill>
          <a:ln/>
        </p:spPr>
      </p:sp>
      <p:sp>
        <p:nvSpPr>
          <p:cNvPr id="28" name="Text 26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67784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31" name="Text 29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38" name="Shape 36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39" name="Text 37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47" name="Text 45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5E9F0"/>
          </a:solidFill>
          <a:ln/>
        </p:spPr>
      </p:sp>
      <p:sp>
        <p:nvSpPr>
          <p:cNvPr id="49" name="Text 47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95488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52" name="Text 50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59" name="Shape 57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60" name="Text 58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68" name="Text 66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0" name="Text 68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Delivery Activity This Week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7680960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641080" y="1783080"/>
            <a:ext cx="2907792" cy="13563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641080" y="3322320"/>
            <a:ext cx="2907792" cy="135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641080" y="4861560"/>
            <a:ext cx="2907792" cy="135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Week's Plan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Patient App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Clinic Dashboard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PulseBoard · Usage Tracking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Store Release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4" name="Image 0" descr="/var/folders/lw/rmylcyvd5rjfxk9g1z9rrm8w0000gq/T/showship-deck-zUwgzA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68" y="749808"/>
            <a:ext cx="789745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54880" y="2286000"/>
            <a:ext cx="6796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754880" y="320040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754880" y="3840480"/>
            <a:ext cx="91440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5669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5925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0" y="5669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5925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2026-10-11T14:06:46Z</dcterms:created>
  <dcterms:modified xsi:type="dcterms:W3CDTF">2026-10-11T14:06:46Z</dcterms:modified>
</cp:coreProperties>
</file>