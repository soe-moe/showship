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Combined Progress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4C5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9E4D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65</c:v>
                </c:pt>
                <c:pt idx="1">
                  <c:v>35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 App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36414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9E4D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Clinic Dashboard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36414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9E4D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E36414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F8C9A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0F4C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E36414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F8C9A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0F4C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E3641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0F4C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F8C9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A8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F4C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E36414"/>
          </a:solidFill>
          <a:ln/>
        </p:spPr>
      </p:sp>
      <p:pic>
        <p:nvPicPr>
          <p:cNvPr id="3" name="Image 0" descr="/var/folders/lw/rmylcyvd5rjfxk9g1z9rrm8w0000gq/T/showship-deck-c1jFgB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112" y="649224"/>
            <a:ext cx="568616" cy="658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5486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85800" y="2514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88036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Development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Report</a:t>
            </a:r>
            <a:endParaRPr lang="en-US" sz="4600" dirty="0"/>
          </a:p>
        </p:txBody>
      </p:sp>
      <p:sp>
        <p:nvSpPr>
          <p:cNvPr id="7" name="Shape 4"/>
          <p:cNvSpPr/>
          <p:nvPr/>
        </p:nvSpPr>
        <p:spPr>
          <a:xfrm>
            <a:off x="640080" y="5577840"/>
            <a:ext cx="60350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55778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5577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at a Glance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39242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74520"/>
            <a:ext cx="3392424" cy="82296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356616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56616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Account Verified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98264" y="1874520"/>
            <a:ext cx="339242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98264" y="1874520"/>
            <a:ext cx="3392424" cy="82296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72584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5400" dirty="0"/>
          </a:p>
        </p:txBody>
      </p:sp>
      <p:sp>
        <p:nvSpPr>
          <p:cNvPr id="18" name="Shape 16"/>
          <p:cNvSpPr/>
          <p:nvPr/>
        </p:nvSpPr>
        <p:spPr>
          <a:xfrm>
            <a:off x="4672584" y="3566160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19" name="Text 17"/>
          <p:cNvSpPr/>
          <p:nvPr/>
        </p:nvSpPr>
        <p:spPr>
          <a:xfrm>
            <a:off x="4672584" y="356616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72584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8 Phases Complete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72584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156448" y="1874520"/>
            <a:ext cx="339242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56448" y="1874520"/>
            <a:ext cx="3392424" cy="82296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24" name="Text 22"/>
          <p:cNvSpPr/>
          <p:nvPr/>
        </p:nvSpPr>
        <p:spPr>
          <a:xfrm>
            <a:off x="8430768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30768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2</a:t>
            </a:r>
            <a:endParaRPr lang="en-US" sz="5400" dirty="0"/>
          </a:p>
        </p:txBody>
      </p:sp>
      <p:sp>
        <p:nvSpPr>
          <p:cNvPr id="26" name="Shape 24"/>
          <p:cNvSpPr/>
          <p:nvPr/>
        </p:nvSpPr>
        <p:spPr>
          <a:xfrm>
            <a:off x="8430768" y="3566160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27" name="Text 25"/>
          <p:cNvSpPr/>
          <p:nvPr/>
        </p:nvSpPr>
        <p:spPr>
          <a:xfrm>
            <a:off x="8430768" y="356616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430768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Workstreams Complete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30768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5532120"/>
            <a:ext cx="10908792" cy="640080"/>
          </a:xfrm>
          <a:prstGeom prst="roundRect">
            <a:avLst>
              <a:gd name="adj" fmla="val 25714"/>
            </a:avLst>
          </a:prstGeom>
          <a:solidFill>
            <a:srgbClr val="0F4C5C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36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 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 is needed this week: can patients turn off SMS reminders and keep email only? (see Decisions Needed)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35099" y="3017520"/>
            <a:ext cx="8321497" cy="0"/>
          </a:xfrm>
          <a:prstGeom prst="line">
            <a:avLst/>
          </a:prstGeom>
          <a:noFill/>
          <a:ln w="38100">
            <a:solidFill>
              <a:srgbClr val="E3641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9067" y="276148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112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79067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11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11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52899" y="2761488"/>
            <a:ext cx="512064" cy="512064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15" name="Text 13"/>
          <p:cNvSpPr/>
          <p:nvPr/>
        </p:nvSpPr>
        <p:spPr>
          <a:xfrm>
            <a:off x="4452899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13912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13912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Received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05352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6732" y="2761488"/>
            <a:ext cx="512064" cy="512064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20" name="Text 18"/>
          <p:cNvSpPr/>
          <p:nvPr/>
        </p:nvSpPr>
        <p:spPr>
          <a:xfrm>
            <a:off x="7226732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187745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87745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Verified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279185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927412" y="2688336"/>
            <a:ext cx="658368" cy="658368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25" name="Text 23"/>
          <p:cNvSpPr/>
          <p:nvPr/>
        </p:nvSpPr>
        <p:spPr>
          <a:xfrm>
            <a:off x="9927412" y="26883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961577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961577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TestFlight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053017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486400"/>
            <a:ext cx="10908792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Impact:  </a:t>
            </a:r>
            <a:pPr indent="0" marL="0">
              <a:buNone/>
            </a:pPr>
            <a:r>
              <a:rPr lang="en-US" sz="13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is published under the company's own verified account, ready for beta testers.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297180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1376172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1376172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22960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98264" y="1783080"/>
            <a:ext cx="3392424" cy="297180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12" name="Chart 1" descr=""/>
          <p:cNvGraphicFramePr/>
          <p:nvPr/>
        </p:nvGraphicFramePr>
        <p:xfrm>
          <a:off x="5134356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5134356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4581144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581144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56448" y="1783080"/>
            <a:ext cx="3392424" cy="297180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17" name="Chart 2" descr=""/>
          <p:cNvGraphicFramePr/>
          <p:nvPr/>
        </p:nvGraphicFramePr>
        <p:xfrm>
          <a:off x="8892540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 13"/>
          <p:cNvSpPr/>
          <p:nvPr/>
        </p:nvSpPr>
        <p:spPr>
          <a:xfrm>
            <a:off x="8892540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8339328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339328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40080" y="4983480"/>
            <a:ext cx="3392424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0080" y="4983480"/>
            <a:ext cx="91440" cy="868680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23" name="Text 18"/>
          <p:cNvSpPr/>
          <p:nvPr/>
        </p:nvSpPr>
        <p:spPr>
          <a:xfrm>
            <a:off x="914400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24" name="Text 19"/>
          <p:cNvSpPr/>
          <p:nvPr/>
        </p:nvSpPr>
        <p:spPr>
          <a:xfrm>
            <a:off x="1645920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4398264" y="4983480"/>
            <a:ext cx="3392424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98264" y="4983480"/>
            <a:ext cx="91440" cy="868680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27" name="Text 22"/>
          <p:cNvSpPr/>
          <p:nvPr/>
        </p:nvSpPr>
        <p:spPr>
          <a:xfrm>
            <a:off x="4672584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28" name="Text 23"/>
          <p:cNvSpPr/>
          <p:nvPr/>
        </p:nvSpPr>
        <p:spPr>
          <a:xfrm>
            <a:off x="5404104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8156448" y="4983480"/>
            <a:ext cx="3392424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156448" y="4983480"/>
            <a:ext cx="91440" cy="868680"/>
          </a:xfrm>
          <a:prstGeom prst="rect">
            <a:avLst/>
          </a:prstGeom>
          <a:solidFill>
            <a:srgbClr val="E9E4DC"/>
          </a:solidFill>
          <a:ln/>
        </p:spPr>
      </p:sp>
      <p:sp>
        <p:nvSpPr>
          <p:cNvPr id="31" name="Text 26"/>
          <p:cNvSpPr/>
          <p:nvPr/>
        </p:nvSpPr>
        <p:spPr>
          <a:xfrm>
            <a:off x="8430768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32" name="Text 27"/>
          <p:cNvSpPr/>
          <p:nvPr/>
        </p:nvSpPr>
        <p:spPr>
          <a:xfrm>
            <a:off x="9162288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400" dirty="0"/>
          </a:p>
        </p:txBody>
      </p:sp>
      <p:sp>
        <p:nvSpPr>
          <p:cNvPr id="33" name="Text 28"/>
          <p:cNvSpPr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1516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168396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Dev: Leo Park @Leo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77240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914400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77356" y="1783080"/>
            <a:ext cx="5271516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51676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805672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Dev: Nina Rao @Nina</a:t>
            </a:r>
            <a:endParaRPr lang="en-US" sz="12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6414516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/>
          <p:nvPr/>
        </p:nvSpPr>
        <p:spPr>
          <a:xfrm>
            <a:off x="6551676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017520" cy="4434840"/>
          </a:xfrm>
          <a:prstGeom prst="roundRect">
            <a:avLst>
              <a:gd name="adj" fmla="val 5455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1168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E36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914400" y="280720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31927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33756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914400" y="413308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4515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66344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14400" y="545896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77640" y="1783080"/>
            <a:ext cx="7571232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06240" y="2084832"/>
            <a:ext cx="64008" cy="98450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2048256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2304288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0369296" y="2066544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20" name="Text 18"/>
          <p:cNvSpPr/>
          <p:nvPr/>
        </p:nvSpPr>
        <p:spPr>
          <a:xfrm>
            <a:off x="10369296" y="2066544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06240" y="3325368"/>
            <a:ext cx="64008" cy="984504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22" name="Text 20"/>
          <p:cNvSpPr/>
          <p:nvPr/>
        </p:nvSpPr>
        <p:spPr>
          <a:xfrm>
            <a:off x="4389120" y="3288792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89120" y="3544824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54896" y="3307080"/>
            <a:ext cx="1865376" cy="292608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25" name="Text 23"/>
          <p:cNvSpPr/>
          <p:nvPr/>
        </p:nvSpPr>
        <p:spPr>
          <a:xfrm>
            <a:off x="9454896" y="330708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4565904"/>
            <a:ext cx="64008" cy="98450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27" name="Text 25"/>
          <p:cNvSpPr/>
          <p:nvPr/>
        </p:nvSpPr>
        <p:spPr>
          <a:xfrm>
            <a:off x="4389120" y="4529328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89120" y="4785360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0369296" y="4547616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30" name="Text 28"/>
          <p:cNvSpPr/>
          <p:nvPr/>
        </p:nvSpPr>
        <p:spPr>
          <a:xfrm>
            <a:off x="10369296" y="4547616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389120" y="5760720"/>
            <a:ext cx="6931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1516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5271516" cy="82296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B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Risks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2532888"/>
            <a:ext cx="329184" cy="329184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release waiting on one fix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reminders must be prevented before release. Fix is small and already tested.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 · Expected: next week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77356" y="1783080"/>
            <a:ext cx="5271516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77356" y="1783080"/>
            <a:ext cx="5271516" cy="82296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14" name="Text 12"/>
          <p:cNvSpPr/>
          <p:nvPr/>
        </p:nvSpPr>
        <p:spPr>
          <a:xfrm>
            <a:off x="6551676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51676" y="2532888"/>
            <a:ext cx="329184" cy="329184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16" name="Text 14"/>
          <p:cNvSpPr/>
          <p:nvPr/>
        </p:nvSpPr>
        <p:spPr>
          <a:xfrm>
            <a:off x="655167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08876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patients turn off SMS reminders and keep email only?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every patient with a phone number receives SMS reminders; some clinics report complaints.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allow opt-out · clinic decides per patient · keep as today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53384" cy="4434840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82296" cy="4434840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2688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89888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5856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715768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32688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9E4DC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" y="3200400"/>
            <a:ext cx="1441094" cy="118872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16" name="Text 14"/>
          <p:cNvSpPr/>
          <p:nvPr/>
        </p:nvSpPr>
        <p:spPr>
          <a:xfrm>
            <a:off x="3334512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32688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32688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2688" y="42702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20" name="Text 18"/>
          <p:cNvSpPr/>
          <p:nvPr/>
        </p:nvSpPr>
        <p:spPr>
          <a:xfrm>
            <a:off x="1152144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32688" y="47274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22" name="Text 20"/>
          <p:cNvSpPr/>
          <p:nvPr/>
        </p:nvSpPr>
        <p:spPr>
          <a:xfrm>
            <a:off x="1152144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" y="5184648"/>
            <a:ext cx="118872" cy="118872"/>
          </a:xfrm>
          <a:prstGeom prst="ellipse">
            <a:avLst/>
          </a:prstGeom>
          <a:solidFill>
            <a:srgbClr val="F8C9A6"/>
          </a:solidFill>
          <a:ln/>
        </p:spPr>
      </p:sp>
      <p:sp>
        <p:nvSpPr>
          <p:cNvPr id="24" name="Text 22"/>
          <p:cNvSpPr/>
          <p:nvPr/>
        </p:nvSpPr>
        <p:spPr>
          <a:xfrm>
            <a:off x="1152144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5641848"/>
            <a:ext cx="118872" cy="118872"/>
          </a:xfrm>
          <a:prstGeom prst="ellipse">
            <a:avLst/>
          </a:prstGeom>
          <a:solidFill>
            <a:srgbClr val="E9E4DC"/>
          </a:solidFill>
          <a:ln/>
        </p:spPr>
      </p:sp>
      <p:sp>
        <p:nvSpPr>
          <p:cNvPr id="26" name="Text 24"/>
          <p:cNvSpPr/>
          <p:nvPr/>
        </p:nvSpPr>
        <p:spPr>
          <a:xfrm>
            <a:off x="1152144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67784" y="1783080"/>
            <a:ext cx="3453384" cy="4434840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67784" y="1783080"/>
            <a:ext cx="82296" cy="4434840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29" name="Text 27"/>
          <p:cNvSpPr/>
          <p:nvPr/>
        </p:nvSpPr>
        <p:spPr>
          <a:xfrm>
            <a:off x="4660392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660392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6039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117592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8627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443472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60392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9E4DC"/>
          </a:solidFill>
          <a:ln/>
        </p:spPr>
      </p:sp>
      <p:sp>
        <p:nvSpPr>
          <p:cNvPr id="36" name="Shape 34"/>
          <p:cNvSpPr/>
          <p:nvPr/>
        </p:nvSpPr>
        <p:spPr>
          <a:xfrm>
            <a:off x="4660392" y="3200400"/>
            <a:ext cx="1681277" cy="118872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37" name="Text 35"/>
          <p:cNvSpPr/>
          <p:nvPr/>
        </p:nvSpPr>
        <p:spPr>
          <a:xfrm>
            <a:off x="7062216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660392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660392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60392" y="42702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41" name="Text 39"/>
          <p:cNvSpPr/>
          <p:nvPr/>
        </p:nvSpPr>
        <p:spPr>
          <a:xfrm>
            <a:off x="4879848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660392" y="47274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43" name="Text 41"/>
          <p:cNvSpPr/>
          <p:nvPr/>
        </p:nvSpPr>
        <p:spPr>
          <a:xfrm>
            <a:off x="4879848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0392" y="5184648"/>
            <a:ext cx="118872" cy="118872"/>
          </a:xfrm>
          <a:prstGeom prst="ellipse">
            <a:avLst/>
          </a:prstGeom>
          <a:solidFill>
            <a:srgbClr val="F8C9A6"/>
          </a:solidFill>
          <a:ln/>
        </p:spPr>
      </p:sp>
      <p:sp>
        <p:nvSpPr>
          <p:cNvPr id="45" name="Text 43"/>
          <p:cNvSpPr/>
          <p:nvPr/>
        </p:nvSpPr>
        <p:spPr>
          <a:xfrm>
            <a:off x="4879848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0392" y="5641848"/>
            <a:ext cx="118872" cy="118872"/>
          </a:xfrm>
          <a:prstGeom prst="ellipse">
            <a:avLst/>
          </a:prstGeom>
          <a:solidFill>
            <a:srgbClr val="E9E4DC"/>
          </a:solidFill>
          <a:ln/>
        </p:spPr>
      </p:sp>
      <p:sp>
        <p:nvSpPr>
          <p:cNvPr id="47" name="Text 45"/>
          <p:cNvSpPr/>
          <p:nvPr/>
        </p:nvSpPr>
        <p:spPr>
          <a:xfrm>
            <a:off x="4879848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95488" y="1783080"/>
            <a:ext cx="3453384" cy="4434840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095488" y="1783080"/>
            <a:ext cx="82296" cy="4434840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50" name="Text 48"/>
          <p:cNvSpPr/>
          <p:nvPr/>
        </p:nvSpPr>
        <p:spPr>
          <a:xfrm>
            <a:off x="8388096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8388096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38809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8845296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71397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10171176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388096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9E4DC"/>
          </a:solidFill>
          <a:ln/>
        </p:spPr>
      </p:sp>
      <p:sp>
        <p:nvSpPr>
          <p:cNvPr id="57" name="Shape 55"/>
          <p:cNvSpPr/>
          <p:nvPr/>
        </p:nvSpPr>
        <p:spPr>
          <a:xfrm>
            <a:off x="8388096" y="3200400"/>
            <a:ext cx="1801368" cy="118872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58" name="Text 56"/>
          <p:cNvSpPr/>
          <p:nvPr/>
        </p:nvSpPr>
        <p:spPr>
          <a:xfrm>
            <a:off x="10789920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388096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388096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88096" y="42702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62" name="Text 60"/>
          <p:cNvSpPr/>
          <p:nvPr/>
        </p:nvSpPr>
        <p:spPr>
          <a:xfrm>
            <a:off x="8607552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388096" y="47274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64" name="Text 62"/>
          <p:cNvSpPr/>
          <p:nvPr/>
        </p:nvSpPr>
        <p:spPr>
          <a:xfrm>
            <a:off x="8607552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88096" y="5184648"/>
            <a:ext cx="118872" cy="118872"/>
          </a:xfrm>
          <a:prstGeom prst="ellipse">
            <a:avLst/>
          </a:prstGeom>
          <a:solidFill>
            <a:srgbClr val="F8C9A6"/>
          </a:solidFill>
          <a:ln/>
        </p:spPr>
      </p:sp>
      <p:sp>
        <p:nvSpPr>
          <p:cNvPr id="66" name="Text 64"/>
          <p:cNvSpPr/>
          <p:nvPr/>
        </p:nvSpPr>
        <p:spPr>
          <a:xfrm>
            <a:off x="8607552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388096" y="56418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68" name="Text 66"/>
          <p:cNvSpPr/>
          <p:nvPr/>
        </p:nvSpPr>
        <p:spPr>
          <a:xfrm>
            <a:off x="8607552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7680960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777240" y="1965960"/>
          <a:ext cx="74066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914400" y="5760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GitHub activity this week.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641080" y="1783080"/>
            <a:ext cx="2907792" cy="1356360"/>
          </a:xfrm>
          <a:prstGeom prst="roundRect">
            <a:avLst>
              <a:gd name="adj" fmla="val 12135"/>
            </a:avLst>
          </a:prstGeom>
          <a:solidFill>
            <a:srgbClr val="0F4C5C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89280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E36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8869680" y="259689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641080" y="3322320"/>
            <a:ext cx="2907792" cy="1356360"/>
          </a:xfrm>
          <a:prstGeom prst="roundRect">
            <a:avLst>
              <a:gd name="adj" fmla="val 12135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69680" y="343204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869680" y="413613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641080" y="4861560"/>
            <a:ext cx="2907792" cy="1356360"/>
          </a:xfrm>
          <a:prstGeom prst="roundRect">
            <a:avLst>
              <a:gd name="adj" fmla="val 12135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9680" y="497128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8869680" y="567537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Week's Plan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920240"/>
                <a:gridCol w="4965192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/ track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focus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ClinicBook · Patient App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Leo Park @Leo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the booking calendar, then start payments and receipts.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 · 40%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9A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ClinicBook · Clinic Dashboard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Nina Rao @Nina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the duplicate-reminder fix and release reminders; start reports and exports.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P4 · 80%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9A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PulseBoard · Usage Tracking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adding usage tracking to the web app, then open the first dashboard to managers.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PROGRESS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9A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 Store Release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 the first 20 clinic staff to TestFlight.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64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E36414"/>
          </a:solidFill>
          <a:ln/>
        </p:spPr>
      </p:sp>
      <p:pic>
        <p:nvPicPr>
          <p:cNvPr id="3" name="Image 0" descr="/var/folders/lw/rmylcyvd5rjfxk9g1z9rrm8w0000gq/T/showship-deck-c1jFgB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112" y="649224"/>
            <a:ext cx="568616" cy="658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5486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25603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40080" y="5577840"/>
            <a:ext cx="60350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55778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5577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2026-10-11T06:51:31Z</dcterms:created>
  <dcterms:modified xsi:type="dcterms:W3CDTF">2026-10-11T06:51:31Z</dcterms:modified>
</cp:coreProperties>
</file>